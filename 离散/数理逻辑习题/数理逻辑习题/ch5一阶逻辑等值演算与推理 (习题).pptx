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handoutMasterIdLst>
    <p:handoutMasterId r:id="rId17"/>
  </p:handoutMasterIdLst>
  <p:sldIdLst>
    <p:sldId id="285" r:id="rId2"/>
    <p:sldId id="286" r:id="rId3"/>
    <p:sldId id="377" r:id="rId4"/>
    <p:sldId id="292" r:id="rId5"/>
    <p:sldId id="293" r:id="rId6"/>
    <p:sldId id="295" r:id="rId7"/>
    <p:sldId id="296" r:id="rId8"/>
    <p:sldId id="298" r:id="rId9"/>
    <p:sldId id="299" r:id="rId10"/>
    <p:sldId id="379" r:id="rId11"/>
    <p:sldId id="436" r:id="rId12"/>
    <p:sldId id="437" r:id="rId13"/>
    <p:sldId id="438" r:id="rId14"/>
    <p:sldId id="349" r:id="rId15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FF"/>
    <a:srgbClr val="0066FF"/>
    <a:srgbClr val="A50021"/>
    <a:srgbClr val="69B3F1"/>
    <a:srgbClr val="FF9900"/>
    <a:srgbClr val="9966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6944" autoAdjust="0"/>
    <p:restoredTop sz="78338" autoAdjust="0"/>
  </p:normalViewPr>
  <p:slideViewPr>
    <p:cSldViewPr>
      <p:cViewPr varScale="1">
        <p:scale>
          <a:sx n="52" d="100"/>
          <a:sy n="52" d="100"/>
        </p:scale>
        <p:origin x="992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4" d="100"/>
          <a:sy n="54" d="100"/>
        </p:scale>
        <p:origin x="-1278" y="-8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B8E1B064-58C9-481D-9932-DCAC8170DC5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61306457-28ED-4983-9766-89B863218B61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484" name="Rectangle 4">
            <a:extLst>
              <a:ext uri="{FF2B5EF4-FFF2-40B4-BE49-F238E27FC236}">
                <a16:creationId xmlns:a16="http://schemas.microsoft.com/office/drawing/2014/main" id="{52B83EE7-27E4-4980-BC52-C6FA65D012B4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485" name="Rectangle 5">
            <a:extLst>
              <a:ext uri="{FF2B5EF4-FFF2-40B4-BE49-F238E27FC236}">
                <a16:creationId xmlns:a16="http://schemas.microsoft.com/office/drawing/2014/main" id="{48114ED8-3EF2-418E-A60C-74C1C2B1C68B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904AE4FB-D17D-482F-ADC9-1AA81B3B1023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EFA51258-FB56-4CFB-871F-51C784AE4C75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A726DC43-B507-46A6-A185-0D8DB591CA97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305DC980-A027-4285-A04C-1E98058FAB59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077" name="Rectangle 5">
            <a:extLst>
              <a:ext uri="{FF2B5EF4-FFF2-40B4-BE49-F238E27FC236}">
                <a16:creationId xmlns:a16="http://schemas.microsoft.com/office/drawing/2014/main" id="{4A21FEC0-F3A9-4490-A99D-8433492155FE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3078" name="Rectangle 6">
            <a:extLst>
              <a:ext uri="{FF2B5EF4-FFF2-40B4-BE49-F238E27FC236}">
                <a16:creationId xmlns:a16="http://schemas.microsoft.com/office/drawing/2014/main" id="{90762175-F4C9-466F-97BD-427A5F8D4BD9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9" name="Rectangle 7">
            <a:extLst>
              <a:ext uri="{FF2B5EF4-FFF2-40B4-BE49-F238E27FC236}">
                <a16:creationId xmlns:a16="http://schemas.microsoft.com/office/drawing/2014/main" id="{FA2A9AFB-BCFB-48C6-93B3-DB6338420F2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3B5A6737-9373-4804-B298-958E7657239C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7">
            <a:extLst>
              <a:ext uri="{FF2B5EF4-FFF2-40B4-BE49-F238E27FC236}">
                <a16:creationId xmlns:a16="http://schemas.microsoft.com/office/drawing/2014/main" id="{5DAA2397-7F53-4B0C-AFDD-1CD08E7AE3F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FECEAF16-B707-4276-9EB4-82962F300DD5}" type="slidenum">
              <a:rPr lang="en-US" altLang="zh-CN" sz="1200"/>
              <a:pPr/>
              <a:t>1</a:t>
            </a:fld>
            <a:endParaRPr lang="en-US" altLang="zh-CN" sz="1200"/>
          </a:p>
        </p:txBody>
      </p:sp>
      <p:sp>
        <p:nvSpPr>
          <p:cNvPr id="5123" name="Rectangle 2">
            <a:extLst>
              <a:ext uri="{FF2B5EF4-FFF2-40B4-BE49-F238E27FC236}">
                <a16:creationId xmlns:a16="http://schemas.microsoft.com/office/drawing/2014/main" id="{11ED9522-15D1-4B79-B9AC-847C439EEE4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4" name="Rectangle 3">
            <a:extLst>
              <a:ext uri="{FF2B5EF4-FFF2-40B4-BE49-F238E27FC236}">
                <a16:creationId xmlns:a16="http://schemas.microsoft.com/office/drawing/2014/main" id="{36FA3EDD-A646-4A52-8526-8754A5E1E00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>
            <a:extLst>
              <a:ext uri="{FF2B5EF4-FFF2-40B4-BE49-F238E27FC236}">
                <a16:creationId xmlns:a16="http://schemas.microsoft.com/office/drawing/2014/main" id="{2C4D9892-2AFC-43FB-953A-DFCD4F27487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90F034CB-86A0-42C1-8920-D271301F0141}" type="slidenum">
              <a:rPr lang="en-US" altLang="zh-CN" sz="1200"/>
              <a:pPr/>
              <a:t>2</a:t>
            </a:fld>
            <a:endParaRPr lang="en-US" altLang="zh-CN" sz="1200"/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D6D96C22-B9DF-434A-98C3-E15E02267A6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521A6FF1-D508-4445-968C-9571A200985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7">
            <a:extLst>
              <a:ext uri="{FF2B5EF4-FFF2-40B4-BE49-F238E27FC236}">
                <a16:creationId xmlns:a16="http://schemas.microsoft.com/office/drawing/2014/main" id="{17D1FE39-A4BE-4CD9-B9A4-3F3648368F1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3632631D-14EC-4CE3-9EE5-D8CF04AD67E6}" type="slidenum">
              <a:rPr lang="en-US" altLang="zh-CN" sz="1200"/>
              <a:pPr/>
              <a:t>4</a:t>
            </a:fld>
            <a:endParaRPr lang="en-US" altLang="zh-CN" sz="1200"/>
          </a:p>
        </p:txBody>
      </p:sp>
      <p:sp>
        <p:nvSpPr>
          <p:cNvPr id="10243" name="Rectangle 2">
            <a:extLst>
              <a:ext uri="{FF2B5EF4-FFF2-40B4-BE49-F238E27FC236}">
                <a16:creationId xmlns:a16="http://schemas.microsoft.com/office/drawing/2014/main" id="{F9721C1D-0729-45DD-9307-45239CD8366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4" name="Rectangle 3">
            <a:extLst>
              <a:ext uri="{FF2B5EF4-FFF2-40B4-BE49-F238E27FC236}">
                <a16:creationId xmlns:a16="http://schemas.microsoft.com/office/drawing/2014/main" id="{824D8145-5C2B-418E-83DF-9F1E813A53C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>
            <a:extLst>
              <a:ext uri="{FF2B5EF4-FFF2-40B4-BE49-F238E27FC236}">
                <a16:creationId xmlns:a16="http://schemas.microsoft.com/office/drawing/2014/main" id="{5B3D8183-5BFE-4C07-95EF-C59206691E3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302285D9-AB4F-4632-9002-3E40AEF50CBA}" type="slidenum">
              <a:rPr lang="en-US" altLang="zh-CN" sz="1200"/>
              <a:pPr/>
              <a:t>5</a:t>
            </a:fld>
            <a:endParaRPr lang="en-US" altLang="zh-CN" sz="1200"/>
          </a:p>
        </p:txBody>
      </p:sp>
      <p:sp>
        <p:nvSpPr>
          <p:cNvPr id="12291" name="Rectangle 2">
            <a:extLst>
              <a:ext uri="{FF2B5EF4-FFF2-40B4-BE49-F238E27FC236}">
                <a16:creationId xmlns:a16="http://schemas.microsoft.com/office/drawing/2014/main" id="{CC1641AB-B2FF-443E-8F20-006D7F910BD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2" name="Rectangle 3">
            <a:extLst>
              <a:ext uri="{FF2B5EF4-FFF2-40B4-BE49-F238E27FC236}">
                <a16:creationId xmlns:a16="http://schemas.microsoft.com/office/drawing/2014/main" id="{CD0B69F0-36D1-4734-9402-72927549BF9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>
            <a:extLst>
              <a:ext uri="{FF2B5EF4-FFF2-40B4-BE49-F238E27FC236}">
                <a16:creationId xmlns:a16="http://schemas.microsoft.com/office/drawing/2014/main" id="{42E7C1C8-0C13-4986-AF7D-B6F83E0F565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1D087D99-3A13-47E7-8BF6-85E9613CC56D}" type="slidenum">
              <a:rPr lang="en-US" altLang="zh-CN" sz="1200"/>
              <a:pPr/>
              <a:t>6</a:t>
            </a:fld>
            <a:endParaRPr lang="en-US" altLang="zh-CN" sz="1200"/>
          </a:p>
        </p:txBody>
      </p:sp>
      <p:sp>
        <p:nvSpPr>
          <p:cNvPr id="14339" name="Rectangle 2">
            <a:extLst>
              <a:ext uri="{FF2B5EF4-FFF2-40B4-BE49-F238E27FC236}">
                <a16:creationId xmlns:a16="http://schemas.microsoft.com/office/drawing/2014/main" id="{3B4179E9-F3BA-463A-B651-F54D03783E3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40" name="Rectangle 3">
            <a:extLst>
              <a:ext uri="{FF2B5EF4-FFF2-40B4-BE49-F238E27FC236}">
                <a16:creationId xmlns:a16="http://schemas.microsoft.com/office/drawing/2014/main" id="{585952F2-5C6D-4AE1-8B38-922A0F877A8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此题也可以用直接证法</a:t>
            </a:r>
            <a:endParaRPr lang="en-US" altLang="zh-CN" dirty="0"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7">
            <a:extLst>
              <a:ext uri="{FF2B5EF4-FFF2-40B4-BE49-F238E27FC236}">
                <a16:creationId xmlns:a16="http://schemas.microsoft.com/office/drawing/2014/main" id="{DD65EB06-9959-4248-8C03-770B56FEDDB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57793E3B-32ED-4458-837D-0274290603EE}" type="slidenum">
              <a:rPr lang="en-US" altLang="zh-CN" sz="1200"/>
              <a:pPr/>
              <a:t>7</a:t>
            </a:fld>
            <a:endParaRPr lang="en-US" altLang="zh-CN" sz="1200"/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397C8911-9CDC-48DC-9CD4-B03C6ED41F3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8" name="Rectangle 3">
            <a:extLst>
              <a:ext uri="{FF2B5EF4-FFF2-40B4-BE49-F238E27FC236}">
                <a16:creationId xmlns:a16="http://schemas.microsoft.com/office/drawing/2014/main" id="{703B1015-DC10-4AE8-A055-57DBAE45272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>
            <a:extLst>
              <a:ext uri="{FF2B5EF4-FFF2-40B4-BE49-F238E27FC236}">
                <a16:creationId xmlns:a16="http://schemas.microsoft.com/office/drawing/2014/main" id="{EB5F8B44-4601-46DB-82AA-BD5D63B12E2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249CCE99-33DE-4396-958C-791BD7949528}" type="slidenum">
              <a:rPr lang="en-US" altLang="zh-CN" sz="1200"/>
              <a:pPr/>
              <a:t>8</a:t>
            </a:fld>
            <a:endParaRPr lang="en-US" altLang="zh-CN" sz="1200"/>
          </a:p>
        </p:txBody>
      </p:sp>
      <p:sp>
        <p:nvSpPr>
          <p:cNvPr id="18435" name="Rectangle 2">
            <a:extLst>
              <a:ext uri="{FF2B5EF4-FFF2-40B4-BE49-F238E27FC236}">
                <a16:creationId xmlns:a16="http://schemas.microsoft.com/office/drawing/2014/main" id="{D7C2B66D-2315-46D1-852A-A06DBD4DC92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6" name="Rectangle 3">
            <a:extLst>
              <a:ext uri="{FF2B5EF4-FFF2-40B4-BE49-F238E27FC236}">
                <a16:creationId xmlns:a16="http://schemas.microsoft.com/office/drawing/2014/main" id="{358074E0-FD11-47E1-A938-1205D1A8AB6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>
            <a:extLst>
              <a:ext uri="{FF2B5EF4-FFF2-40B4-BE49-F238E27FC236}">
                <a16:creationId xmlns:a16="http://schemas.microsoft.com/office/drawing/2014/main" id="{758D23D6-C857-4F1F-9EE6-EA9B66412F1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C974F2FC-688E-4EE9-874D-9CFAAA52620F}" type="slidenum">
              <a:rPr lang="en-US" altLang="zh-CN" sz="1200"/>
              <a:pPr/>
              <a:t>9</a:t>
            </a:fld>
            <a:endParaRPr lang="en-US" altLang="zh-CN" sz="1200"/>
          </a:p>
        </p:txBody>
      </p:sp>
      <p:sp>
        <p:nvSpPr>
          <p:cNvPr id="20483" name="Rectangle 2">
            <a:extLst>
              <a:ext uri="{FF2B5EF4-FFF2-40B4-BE49-F238E27FC236}">
                <a16:creationId xmlns:a16="http://schemas.microsoft.com/office/drawing/2014/main" id="{258BD3A2-87D2-4AC0-827E-3DD45D6AF53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4" name="Rectangle 3">
            <a:extLst>
              <a:ext uri="{FF2B5EF4-FFF2-40B4-BE49-F238E27FC236}">
                <a16:creationId xmlns:a16="http://schemas.microsoft.com/office/drawing/2014/main" id="{7218D4B3-5B81-4A4C-BF4C-B2C7DE367FC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幻灯片图像占位符 1">
            <a:extLst>
              <a:ext uri="{FF2B5EF4-FFF2-40B4-BE49-F238E27FC236}">
                <a16:creationId xmlns:a16="http://schemas.microsoft.com/office/drawing/2014/main" id="{C8DBDFE9-D545-476D-999E-8E00A2213A6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备注占位符 2">
            <a:extLst>
              <a:ext uri="{FF2B5EF4-FFF2-40B4-BE49-F238E27FC236}">
                <a16:creationId xmlns:a16="http://schemas.microsoft.com/office/drawing/2014/main" id="{2328F12E-3103-4C95-99CF-C251DC0FDFD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22532" name="灯片编号占位符 3">
            <a:extLst>
              <a:ext uri="{FF2B5EF4-FFF2-40B4-BE49-F238E27FC236}">
                <a16:creationId xmlns:a16="http://schemas.microsoft.com/office/drawing/2014/main" id="{A56D0B0D-97FA-4AAF-96E4-0CE7B84313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21F01D2E-AFCA-490A-8B27-152D5C69232D}" type="slidenum">
              <a:rPr lang="en-US" altLang="zh-CN" sz="1200"/>
              <a:pPr/>
              <a:t>10</a:t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幻灯片图像占位符 1">
            <a:extLst>
              <a:ext uri="{FF2B5EF4-FFF2-40B4-BE49-F238E27FC236}">
                <a16:creationId xmlns:a16="http://schemas.microsoft.com/office/drawing/2014/main" id="{1C22B23D-612B-4BF1-AA23-35F8097B187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7" name="备注占位符 2">
            <a:extLst>
              <a:ext uri="{FF2B5EF4-FFF2-40B4-BE49-F238E27FC236}">
                <a16:creationId xmlns:a16="http://schemas.microsoft.com/office/drawing/2014/main" id="{DA4CF0CC-BD67-49E8-9726-3F5FDB1AEEE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>
                <a:sym typeface="Symbol" panose="05050102010706020507" pitchFamily="18" charset="2"/>
              </a:rPr>
              <a:t>试图用</a:t>
            </a:r>
            <a:r>
              <a:rPr lang="en-US" altLang="zh-CN">
                <a:sym typeface="Symbol" panose="05050102010706020507" pitchFamily="18" charset="2"/>
              </a:rPr>
              <a:t>cp</a:t>
            </a:r>
            <a:r>
              <a:rPr lang="zh-CN" altLang="en-US">
                <a:sym typeface="Symbol" panose="05050102010706020507" pitchFamily="18" charset="2"/>
              </a:rPr>
              <a:t>规则，但是用错了。</a:t>
            </a:r>
            <a:endParaRPr lang="en-US" altLang="zh-CN">
              <a:sym typeface="Symbol" panose="05050102010706020507" pitchFamily="18" charset="2"/>
            </a:endParaRPr>
          </a:p>
          <a:p>
            <a:r>
              <a:rPr lang="zh-CN" altLang="en-US">
                <a:sym typeface="Symbol" panose="05050102010706020507" pitchFamily="18" charset="2"/>
              </a:rPr>
              <a:t>以上的证明应该是下面前提到结论的证明</a:t>
            </a:r>
            <a:endParaRPr lang="en-US" altLang="zh-CN">
              <a:sym typeface="Symbol" panose="05050102010706020507" pitchFamily="18" charset="2"/>
            </a:endParaRPr>
          </a:p>
          <a:p>
            <a:r>
              <a:rPr lang="zh-CN" altLang="en-US">
                <a:sym typeface="Symbol" panose="05050102010706020507" pitchFamily="18" charset="2"/>
              </a:rPr>
              <a:t>前提：</a:t>
            </a:r>
            <a:r>
              <a:rPr lang="en-US" altLang="zh-CN">
                <a:sym typeface="Symbol" panose="05050102010706020507" pitchFamily="18" charset="2"/>
              </a:rPr>
              <a:t>x(F(x)G(x)),</a:t>
            </a:r>
            <a:r>
              <a:rPr lang="zh-CN" altLang="en-US">
                <a:sym typeface="Symbol" panose="05050102010706020507" pitchFamily="18" charset="2"/>
              </a:rPr>
              <a:t> </a:t>
            </a:r>
            <a:r>
              <a:rPr lang="en-US" altLang="zh-CN">
                <a:sym typeface="Symbol" panose="05050102010706020507" pitchFamily="18" charset="2"/>
              </a:rPr>
              <a:t>x(H(x)G(x))</a:t>
            </a:r>
          </a:p>
          <a:p>
            <a:r>
              <a:rPr lang="zh-CN" altLang="en-US">
                <a:sym typeface="Symbol" panose="05050102010706020507" pitchFamily="18" charset="2"/>
              </a:rPr>
              <a:t>结论： </a:t>
            </a:r>
            <a:r>
              <a:rPr lang="en-US" altLang="zh-CN">
                <a:sym typeface="Symbol" panose="05050102010706020507" pitchFamily="18" charset="2"/>
              </a:rPr>
              <a:t>xH(x)</a:t>
            </a:r>
            <a:r>
              <a:rPr lang="zh-CN" altLang="en-US">
                <a:sym typeface="Symbol" panose="05050102010706020507" pitchFamily="18" charset="2"/>
              </a:rPr>
              <a:t></a:t>
            </a:r>
            <a:r>
              <a:rPr lang="en-US" altLang="zh-CN">
                <a:sym typeface="Symbol" panose="05050102010706020507" pitchFamily="18" charset="2"/>
              </a:rPr>
              <a:t>xF(x))</a:t>
            </a:r>
          </a:p>
          <a:p>
            <a:endParaRPr lang="zh-CN" altLang="en-US"/>
          </a:p>
        </p:txBody>
      </p:sp>
      <p:sp>
        <p:nvSpPr>
          <p:cNvPr id="26628" name="灯片编号占位符 3">
            <a:extLst>
              <a:ext uri="{FF2B5EF4-FFF2-40B4-BE49-F238E27FC236}">
                <a16:creationId xmlns:a16="http://schemas.microsoft.com/office/drawing/2014/main" id="{4DD5BFF2-2937-45F4-8E6C-B277462688D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50F6E93F-E4BD-42B8-B55F-0D2C40F87BDF}" type="slidenum">
              <a:rPr lang="zh-CN" altLang="en-US" sz="1200"/>
              <a:pPr/>
              <a:t>11</a:t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幻灯片图像占位符 1">
            <a:extLst>
              <a:ext uri="{FF2B5EF4-FFF2-40B4-BE49-F238E27FC236}">
                <a16:creationId xmlns:a16="http://schemas.microsoft.com/office/drawing/2014/main" id="{3B89EBAC-A442-4F55-9E8A-40ACBC0CD97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5" name="备注占位符 2">
            <a:extLst>
              <a:ext uri="{FF2B5EF4-FFF2-40B4-BE49-F238E27FC236}">
                <a16:creationId xmlns:a16="http://schemas.microsoft.com/office/drawing/2014/main" id="{B563A148-CE83-4674-8C9D-11EBB95D43A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28676" name="灯片编号占位符 3">
            <a:extLst>
              <a:ext uri="{FF2B5EF4-FFF2-40B4-BE49-F238E27FC236}">
                <a16:creationId xmlns:a16="http://schemas.microsoft.com/office/drawing/2014/main" id="{AF0E268E-0502-46E4-A5BD-381873A3E34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F8F39DF8-6D2A-47D9-B292-564554CF37F8}" type="slidenum">
              <a:rPr lang="zh-CN" altLang="en-US" sz="1200"/>
              <a:pPr/>
              <a:t>12</a:t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5A6737-9373-4804-B298-958E7657239C}" type="slidenum">
              <a:rPr lang="en-US" altLang="zh-CN" smtClean="0"/>
              <a:pPr/>
              <a:t>14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681203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B3EEE20-8704-43BB-AACC-32321946832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6C009EF-8E7A-46C8-8508-3313A0FA68C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3A5818C-634C-4464-A14D-DF1CCAF2689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3136D43-C5F8-4050-A096-BBB2542D84C9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63389428"/>
      </p:ext>
    </p:extLst>
  </p:cSld>
  <p:clrMapOvr>
    <a:masterClrMapping/>
  </p:clrMapOvr>
  <p:transition spd="slow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B8E421F-6736-4F03-A0FF-4F5FF99FBFD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1570DF4-AED3-4B15-8203-7EF52ACE874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C68C2B9-87EC-42D3-87AE-226FB5571CB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A2B90DF-F448-4826-9DFA-2E18C5CE1EA9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03109939"/>
      </p:ext>
    </p:extLst>
  </p:cSld>
  <p:clrMapOvr>
    <a:masterClrMapping/>
  </p:clrMapOvr>
  <p:transition spd="slow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2F67979-C03D-4087-B599-E138826841A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AC609FB-AFBF-4D29-815B-B4F48FC5D87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240521D-F953-429F-8F51-D4E0A7C2485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792D444-924E-460B-800A-D79790AB27A7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46538428"/>
      </p:ext>
    </p:extLst>
  </p:cSld>
  <p:clrMapOvr>
    <a:masterClrMapping/>
  </p:clrMapOvr>
  <p:transition spd="slow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FEAF41A-D73F-4401-87B0-94F6586C1D9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93E226F-26CF-454F-A9E3-2F2F4F61A2F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CD5B0F5-49F0-456E-B209-BDDD43447EF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54D1DFD-F192-4140-AC87-F5C088E54E5B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50418099"/>
      </p:ext>
    </p:extLst>
  </p:cSld>
  <p:clrMapOvr>
    <a:masterClrMapping/>
  </p:clrMapOvr>
  <p:transition spd="slow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4C9C6189-B4B5-499D-9F4A-AFE15391428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3B24C9A9-5AC6-4E2E-8160-1601FA1AC41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F26EA5D8-1613-43FB-B09E-8EA8D2DC4AA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1AC4F52-4651-422D-A2C5-DC158177BEA3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19632555"/>
      </p:ext>
    </p:extLst>
  </p:cSld>
  <p:clrMapOvr>
    <a:masterClrMapping/>
  </p:clrMapOvr>
  <p:transition spd="slow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D0600730-CC59-4254-8709-C12FDC34FF0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8F49E006-1275-423F-B07A-FDE429D6073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7C3F55A8-626D-4DDC-B01E-C2590BF8839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432FBAF-A14F-4EED-9F35-D36BB9BEAE3F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24665550"/>
      </p:ext>
    </p:extLst>
  </p:cSld>
  <p:clrMapOvr>
    <a:masterClrMapping/>
  </p:clrMapOvr>
  <p:transition spd="slow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B071B9BF-64A1-4A03-AD16-36BA724837C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EC464E23-06AA-44B9-8C66-3788356CE5C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F05D8A7B-F1BF-474A-90AF-C61FD36C18A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43CF70D-D525-49E1-A575-92BD8D3653DE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18252941"/>
      </p:ext>
    </p:extLst>
  </p:cSld>
  <p:clrMapOvr>
    <a:masterClrMapping/>
  </p:clrMapOvr>
  <p:transition spd="slow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F8059C4-ABD6-4FCD-8F18-DCB730226C7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BAD021F-0538-4340-B672-38E0B54C078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7D7C58-50AF-4C54-BF46-F36B8F559F1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DA26D19-892A-4051-A102-2224470A8E3A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68930400"/>
      </p:ext>
    </p:extLst>
  </p:cSld>
  <p:clrMapOvr>
    <a:masterClrMapping/>
  </p:clrMapOvr>
  <p:transition spd="slow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51575BA-D6F4-4F39-8770-ACBB1C1EAE4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649631C-0B7F-4D78-A4FD-363A1C58A57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37931A0-C4AF-4098-A4D3-252E9DE6675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8639B35-D802-4A65-AC15-A895B4E9E927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51988560"/>
      </p:ext>
    </p:extLst>
  </p:cSld>
  <p:clrMapOvr>
    <a:masterClrMapping/>
  </p:clrMapOvr>
  <p:transition spd="slow"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8CD7F82-D04B-4EEC-8F81-3584B816552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DB8C7A9-CA3D-4B51-A93B-3BD5788BE50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407AD4C8-FBDC-4215-B125-FCF3053B0B5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5CE8E75-B94E-42A9-8DBE-2772457C9071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58261516"/>
      </p:ext>
    </p:extLst>
  </p:cSld>
  <p:clrMapOvr>
    <a:masterClrMapping/>
  </p:clrMapOvr>
  <p:transition spd="slow"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60350"/>
            <a:ext cx="2057400" cy="5865813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60350"/>
            <a:ext cx="6019800" cy="5865813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DADCDFA-470B-446E-94DE-0DD220F1DF4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2156A36-4BC6-4E4C-9128-11385BDE6A9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1AF1E86-D343-4BF4-AEFC-32BF8A8CF40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9153EF1-866D-46CE-B7F7-B56758E7C373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85839287"/>
      </p:ext>
    </p:extLst>
  </p:cSld>
  <p:clrMapOvr>
    <a:masterClrMapping/>
  </p:clrMapOvr>
  <p:transition spd="slow"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标题，一项大型内容和两项小型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79613" y="260350"/>
            <a:ext cx="6121400" cy="41751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BE136AEE-419F-48AA-A999-9FD67AC7391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A1049750-FF19-4B51-84F7-1AEAAC1CC1F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7B939026-6489-4515-BBDA-A14703DBE1A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BFEB958-B61A-496B-B5BD-1E12513A9E5D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32231895"/>
      </p:ext>
    </p:extLst>
  </p:cSld>
  <p:clrMapOvr>
    <a:masterClrMapping/>
  </p:clrMapOvr>
  <p:transition spd="slow"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79613" y="260350"/>
            <a:ext cx="6121400" cy="41751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5ECD4903-94F3-4055-9541-1C2C143747D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E6B9BE78-45C1-4134-91B7-0396A8DF7F2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D3094250-A1EE-4352-94A8-B36807356B2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670982E-2524-4EFE-82D8-A4DA10CBDD17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88600681"/>
      </p:ext>
    </p:extLst>
  </p:cSld>
  <p:clrMapOvr>
    <a:masterClrMapping/>
  </p:clrMapOvr>
  <p:transition spd="slow"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5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819CC5BF-C7DA-4223-91FF-98835FD0040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979613" y="260350"/>
            <a:ext cx="6121400" cy="417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168F7760-3FE6-4C93-9AEF-A21713F1213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zh-CN" altLang="zh-CN"/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2BED8D62-9140-4B26-8F49-1D17D5A188F2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99FDC7B8-F86A-4EE3-9553-EFF1802514C5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568FAEF5-6B5E-4FD0-9B4A-0DA969FBFF79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fld id="{1888B372-7A52-4EA4-85FE-D52CE17BB635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ransition spd="slow">
    <p:fade/>
  </p:transition>
  <p:hf hdr="0" ftr="0" dt="0"/>
  <p:txStyles>
    <p:titleStyle>
      <a:lvl1pPr algn="r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2"/>
          </a:solidFill>
          <a:latin typeface="+mj-lt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r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r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r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r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69B3F1"/>
        </a:buClr>
        <a:buFont typeface="Wingdings" panose="05000000000000000000" pitchFamily="2" charset="2"/>
        <a:defRPr sz="24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200" kern="1200">
          <a:solidFill>
            <a:schemeClr val="tx1"/>
          </a:solidFill>
          <a:latin typeface="+mn-lt"/>
          <a:ea typeface="华文中宋" panose="02010600040101010101" pitchFamily="2" charset="-122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200" kern="1200">
          <a:solidFill>
            <a:schemeClr val="tx1"/>
          </a:solidFill>
          <a:latin typeface="+mn-lt"/>
          <a:ea typeface="华文中宋" panose="02010600040101010101" pitchFamily="2" charset="-122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200" kern="1200">
          <a:solidFill>
            <a:schemeClr val="tx1"/>
          </a:solidFill>
          <a:latin typeface="+mn-lt"/>
          <a:ea typeface="华文中宋" panose="02010600040101010101" pitchFamily="2" charset="-122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200" kern="1200">
          <a:solidFill>
            <a:schemeClr val="tx1"/>
          </a:solidFill>
          <a:latin typeface="+mn-lt"/>
          <a:ea typeface="华文中宋" panose="02010600040101010101" pitchFamily="2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2.wmf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emf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emf"/><Relationship Id="rId3" Type="http://schemas.openxmlformats.org/officeDocument/2006/relationships/oleObject" Target="../embeddings/oleObject5.bin"/><Relationship Id="rId7" Type="http://schemas.openxmlformats.org/officeDocument/2006/relationships/oleObject" Target="../embeddings/oleObject7.bin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emf"/><Relationship Id="rId5" Type="http://schemas.openxmlformats.org/officeDocument/2006/relationships/oleObject" Target="../embeddings/oleObject6.bin"/><Relationship Id="rId4" Type="http://schemas.openxmlformats.org/officeDocument/2006/relationships/image" Target="../media/image7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灯片编号占位符 5">
            <a:extLst>
              <a:ext uri="{FF2B5EF4-FFF2-40B4-BE49-F238E27FC236}">
                <a16:creationId xmlns:a16="http://schemas.microsoft.com/office/drawing/2014/main" id="{E7ACA288-7F02-4DB1-AE34-A88CD60282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3A251482-58BF-4F0E-93CB-1B3A09BB02D6}" type="slidenum">
              <a:rPr lang="en-US" altLang="zh-CN" sz="1400" b="0"/>
              <a:pPr>
                <a:spcBef>
                  <a:spcPct val="0"/>
                </a:spcBef>
                <a:buClrTx/>
                <a:buFontTx/>
                <a:buNone/>
              </a:pPr>
              <a:t>1</a:t>
            </a:fld>
            <a:endParaRPr lang="en-US" altLang="zh-CN" sz="1400" b="0"/>
          </a:p>
        </p:txBody>
      </p:sp>
      <p:sp>
        <p:nvSpPr>
          <p:cNvPr id="4099" name="Rectangle 2">
            <a:extLst>
              <a:ext uri="{FF2B5EF4-FFF2-40B4-BE49-F238E27FC236}">
                <a16:creationId xmlns:a16="http://schemas.microsoft.com/office/drawing/2014/main" id="{6D1DD851-C1CA-4A68-BB8A-C5974E901C1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zh-CN" altLang="en-US" dirty="0"/>
              <a:t>第五章 习题</a:t>
            </a:r>
          </a:p>
        </p:txBody>
      </p:sp>
      <p:sp>
        <p:nvSpPr>
          <p:cNvPr id="4100" name="Rectangle 3">
            <a:extLst>
              <a:ext uri="{FF2B5EF4-FFF2-40B4-BE49-F238E27FC236}">
                <a16:creationId xmlns:a16="http://schemas.microsoft.com/office/drawing/2014/main" id="{1D872DF6-15DE-4DF8-AD62-3C4C76956A3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19113" y="1241425"/>
            <a:ext cx="8229600" cy="3411538"/>
          </a:xfrm>
        </p:spPr>
        <p:txBody>
          <a:bodyPr/>
          <a:lstStyle/>
          <a:p>
            <a:pPr eaLnBrk="1" hangingPunct="1"/>
            <a:r>
              <a:rPr lang="zh-CN" altLang="en-US">
                <a:latin typeface="Times New Roman" panose="02020603050405020304" pitchFamily="18" charset="0"/>
              </a:rPr>
              <a:t>主要内容</a:t>
            </a:r>
          </a:p>
          <a:p>
            <a:pPr eaLnBrk="1" hangingPunct="1"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>
                <a:latin typeface="Times New Roman" panose="02020603050405020304" pitchFamily="18" charset="0"/>
              </a:rPr>
              <a:t>一阶逻辑等值式</a:t>
            </a:r>
          </a:p>
          <a:p>
            <a:pPr eaLnBrk="1" hangingPunct="1">
              <a:buClr>
                <a:srgbClr val="FF9900"/>
              </a:buClr>
            </a:pPr>
            <a:r>
              <a:rPr lang="zh-CN" altLang="en-US">
                <a:latin typeface="Times New Roman" panose="02020603050405020304" pitchFamily="18" charset="0"/>
              </a:rPr>
              <a:t>     基本等值式，置换规则、换名规则、代替规则</a:t>
            </a:r>
          </a:p>
          <a:p>
            <a:pPr eaLnBrk="1" hangingPunct="1"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>
                <a:latin typeface="Times New Roman" panose="02020603050405020304" pitchFamily="18" charset="0"/>
              </a:rPr>
              <a:t>前束范式</a:t>
            </a:r>
          </a:p>
          <a:p>
            <a:pPr eaLnBrk="1" hangingPunct="1"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>
                <a:latin typeface="Times New Roman" panose="02020603050405020304" pitchFamily="18" charset="0"/>
              </a:rPr>
              <a:t>推理的形式结构</a:t>
            </a:r>
          </a:p>
          <a:p>
            <a:pPr eaLnBrk="1" hangingPunct="1"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>
                <a:latin typeface="Times New Roman" panose="02020603050405020304" pitchFamily="18" charset="0"/>
              </a:rPr>
              <a:t>自然推理系统</a:t>
            </a:r>
            <a:r>
              <a:rPr lang="en-US" altLang="zh-CN" i="1">
                <a:latin typeface="Times New Roman" panose="02020603050405020304" pitchFamily="18" charset="0"/>
              </a:rPr>
              <a:t>N</a:t>
            </a:r>
            <a:r>
              <a:rPr lang="en-US" altLang="zh-CN" baseline="-25000">
                <a:latin typeface="Palace Script MT" panose="030303020206070C0B05" pitchFamily="66" charset="0"/>
              </a:rPr>
              <a:t>L</a:t>
            </a:r>
          </a:p>
          <a:p>
            <a:pPr eaLnBrk="1" hangingPunct="1">
              <a:buClr>
                <a:srgbClr val="FF9900"/>
              </a:buClr>
            </a:pPr>
            <a:r>
              <a:rPr lang="en-US" altLang="zh-CN">
                <a:latin typeface="Times New Roman" panose="02020603050405020304" pitchFamily="18" charset="0"/>
              </a:rPr>
              <a:t>     </a:t>
            </a:r>
            <a:r>
              <a:rPr lang="zh-CN" altLang="en-US">
                <a:latin typeface="Times New Roman" panose="02020603050405020304" pitchFamily="18" charset="0"/>
              </a:rPr>
              <a:t>推理定律、推理规则</a:t>
            </a:r>
          </a:p>
        </p:txBody>
      </p:sp>
    </p:spTree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灯片编号占位符 5">
            <a:extLst>
              <a:ext uri="{FF2B5EF4-FFF2-40B4-BE49-F238E27FC236}">
                <a16:creationId xmlns:a16="http://schemas.microsoft.com/office/drawing/2014/main" id="{7FC1518A-EE6C-4A70-84CF-031524FFC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5BFD5520-4842-43DD-8FA7-C9A71F3E4363}" type="slidenum">
              <a:rPr lang="en-US" altLang="zh-CN" sz="1400" b="0"/>
              <a:pPr>
                <a:spcBef>
                  <a:spcPct val="0"/>
                </a:spcBef>
                <a:buClrTx/>
                <a:buFontTx/>
                <a:buNone/>
              </a:pPr>
              <a:t>2</a:t>
            </a:fld>
            <a:endParaRPr lang="en-US" altLang="zh-CN" sz="1400" b="0"/>
          </a:p>
        </p:txBody>
      </p:sp>
      <p:sp>
        <p:nvSpPr>
          <p:cNvPr id="6147" name="Rectangle 2">
            <a:extLst>
              <a:ext uri="{FF2B5EF4-FFF2-40B4-BE49-F238E27FC236}">
                <a16:creationId xmlns:a16="http://schemas.microsoft.com/office/drawing/2014/main" id="{7CF1981F-6EA3-4ED6-BC55-6A466872415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zh-CN" altLang="en-US"/>
              <a:t>基本要求</a:t>
            </a:r>
          </a:p>
        </p:txBody>
      </p:sp>
      <p:sp>
        <p:nvSpPr>
          <p:cNvPr id="6148" name="Rectangle 3">
            <a:extLst>
              <a:ext uri="{FF2B5EF4-FFF2-40B4-BE49-F238E27FC236}">
                <a16:creationId xmlns:a16="http://schemas.microsoft.com/office/drawing/2014/main" id="{3308E751-4887-4A00-B621-64342D34306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19113" y="1241425"/>
            <a:ext cx="8229600" cy="4492625"/>
          </a:xfrm>
        </p:spPr>
        <p:txBody>
          <a:bodyPr/>
          <a:lstStyle/>
          <a:p>
            <a:pPr eaLnBrk="1" hangingPunct="1"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 dirty="0"/>
              <a:t>深刻理解并牢记一阶逻辑中的重要等值式</a:t>
            </a:r>
            <a:r>
              <a:rPr lang="en-US" altLang="zh-CN" dirty="0"/>
              <a:t>, </a:t>
            </a:r>
            <a:r>
              <a:rPr lang="zh-CN" altLang="en-US" dirty="0"/>
              <a:t>并能准确而熟练地应用它们．</a:t>
            </a:r>
          </a:p>
          <a:p>
            <a:pPr eaLnBrk="1" hangingPunct="1"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 dirty="0"/>
              <a:t>熟练正确地使用置换规则、换名规则、代替规则．</a:t>
            </a:r>
          </a:p>
          <a:p>
            <a:pPr eaLnBrk="1" hangingPunct="1"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 dirty="0"/>
              <a:t>熟练地求出给定公式的前束范式．</a:t>
            </a:r>
          </a:p>
          <a:p>
            <a:pPr eaLnBrk="1" hangingPunct="1"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 dirty="0"/>
              <a:t>深刻理解自然推理系统</a:t>
            </a:r>
            <a:r>
              <a:rPr lang="en-US" altLang="zh-CN" i="1" dirty="0">
                <a:latin typeface="Times New Roman" panose="02020603050405020304" pitchFamily="18" charset="0"/>
              </a:rPr>
              <a:t>N</a:t>
            </a:r>
            <a:r>
              <a:rPr lang="en-US" altLang="zh-CN" i="1" baseline="-25000" dirty="0">
                <a:latin typeface="Palace Script MT" panose="030303020206070C0B05" pitchFamily="66" charset="0"/>
              </a:rPr>
              <a:t>L</a:t>
            </a:r>
            <a:r>
              <a:rPr lang="en-US" altLang="zh-CN" dirty="0"/>
              <a:t> </a:t>
            </a:r>
            <a:r>
              <a:rPr lang="zh-CN" altLang="en-US" dirty="0"/>
              <a:t>的定义，牢记</a:t>
            </a:r>
            <a:r>
              <a:rPr lang="en-US" altLang="zh-CN" i="1" dirty="0">
                <a:latin typeface="Times New Roman" panose="02020603050405020304" pitchFamily="18" charset="0"/>
              </a:rPr>
              <a:t>N</a:t>
            </a:r>
            <a:r>
              <a:rPr lang="en-US" altLang="zh-CN" i="1" baseline="-25000" dirty="0">
                <a:latin typeface="Palace Script MT" panose="030303020206070C0B05" pitchFamily="66" charset="0"/>
              </a:rPr>
              <a:t>L</a:t>
            </a:r>
            <a:r>
              <a:rPr lang="en-US" altLang="zh-CN" dirty="0"/>
              <a:t> </a:t>
            </a:r>
            <a:r>
              <a:rPr lang="zh-CN" altLang="en-US" dirty="0"/>
              <a:t>中的各条推理规则．</a:t>
            </a:r>
          </a:p>
          <a:p>
            <a:pPr eaLnBrk="1" hangingPunct="1"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 dirty="0"/>
              <a:t>能正确地给出有效推理的证明． </a:t>
            </a:r>
          </a:p>
        </p:txBody>
      </p:sp>
    </p:spTree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灯片编号占位符 5">
            <a:extLst>
              <a:ext uri="{FF2B5EF4-FFF2-40B4-BE49-F238E27FC236}">
                <a16:creationId xmlns:a16="http://schemas.microsoft.com/office/drawing/2014/main" id="{8D0133CB-1DF3-47FD-A30B-8C401E8CE9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7AD78DF6-F8AC-402E-95FA-985F04BC40A5}" type="slidenum">
              <a:rPr lang="en-US" altLang="zh-CN" sz="1200" b="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3</a:t>
            </a:fld>
            <a:endParaRPr lang="en-US" altLang="zh-CN" sz="1200" b="0">
              <a:latin typeface="Verdana" panose="020B0604030504040204" pitchFamily="34" charset="0"/>
            </a:endParaRPr>
          </a:p>
        </p:txBody>
      </p:sp>
      <p:sp>
        <p:nvSpPr>
          <p:cNvPr id="8195" name="Rectangle 2">
            <a:extLst>
              <a:ext uri="{FF2B5EF4-FFF2-40B4-BE49-F238E27FC236}">
                <a16:creationId xmlns:a16="http://schemas.microsoft.com/office/drawing/2014/main" id="{5CC95A77-7748-4899-BE0A-1233F755A87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zh-CN" altLang="en-US"/>
              <a:t>练习</a:t>
            </a:r>
            <a:r>
              <a:rPr lang="en-US" altLang="zh-CN"/>
              <a:t>1</a:t>
            </a:r>
          </a:p>
        </p:txBody>
      </p:sp>
      <p:sp>
        <p:nvSpPr>
          <p:cNvPr id="81924" name="Rectangle 3">
            <a:extLst>
              <a:ext uri="{FF2B5EF4-FFF2-40B4-BE49-F238E27FC236}">
                <a16:creationId xmlns:a16="http://schemas.microsoft.com/office/drawing/2014/main" id="{F324DA09-0D8C-4474-B89B-CDACE8ADC63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1.</a:t>
            </a: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设个体域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D={a,b}, </a:t>
            </a: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消去下列公式中的量词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1) xy(F(x)G(y))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2) xy(F(x,y)G(x,y))</a:t>
            </a:r>
          </a:p>
          <a:p>
            <a:pPr eaLnBrk="1" hangingPunct="1"/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解：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1) xy(F(x)G(y))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xF(x)yG(y)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(F(a)F(b))(G(a)G(b))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5E0AC001-289A-4A98-ADCB-4B86B12CFE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8788" y="4537075"/>
            <a:ext cx="8229600" cy="1900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2) xy(F(x,y)G(x,y))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x(F(x,a)G(x,a)F(x,b)G(x,b))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(F(a,a)G(a,a)F(a,b)G(a,b))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 (F(b,a)G(b,a)F(b,b)G(b,b))</a:t>
            </a:r>
          </a:p>
          <a:p>
            <a:pPr eaLnBrk="1" hangingPunct="1"/>
            <a:endParaRPr lang="en-US" altLang="zh-C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灯片编号占位符 7">
            <a:extLst>
              <a:ext uri="{FF2B5EF4-FFF2-40B4-BE49-F238E27FC236}">
                <a16:creationId xmlns:a16="http://schemas.microsoft.com/office/drawing/2014/main" id="{365A2E3A-B6B0-47EF-A968-3683FEA261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A5F5D7C0-D2AA-4BE1-A85A-EBB81F219705}" type="slidenum">
              <a:rPr lang="en-US" altLang="zh-CN" sz="1400" b="0"/>
              <a:pPr>
                <a:spcBef>
                  <a:spcPct val="0"/>
                </a:spcBef>
                <a:buClrTx/>
                <a:buFontTx/>
                <a:buNone/>
              </a:pPr>
              <a:t>4</a:t>
            </a:fld>
            <a:endParaRPr lang="en-US" altLang="zh-CN" sz="1400" b="0"/>
          </a:p>
        </p:txBody>
      </p:sp>
      <p:sp>
        <p:nvSpPr>
          <p:cNvPr id="9219" name="Rectangle 2">
            <a:extLst>
              <a:ext uri="{FF2B5EF4-FFF2-40B4-BE49-F238E27FC236}">
                <a16:creationId xmlns:a16="http://schemas.microsoft.com/office/drawing/2014/main" id="{FDF46DC1-5DA7-4F03-9FE2-61C340C40F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zh-CN" altLang="en-US"/>
              <a:t>练习</a:t>
            </a:r>
            <a:r>
              <a:rPr lang="en-US" altLang="zh-CN">
                <a:latin typeface="Times New Roman" panose="02020603050405020304" pitchFamily="18" charset="0"/>
              </a:rPr>
              <a:t>2</a:t>
            </a:r>
          </a:p>
        </p:txBody>
      </p:sp>
      <p:grpSp>
        <p:nvGrpSpPr>
          <p:cNvPr id="9220" name="Group 11">
            <a:extLst>
              <a:ext uri="{FF2B5EF4-FFF2-40B4-BE49-F238E27FC236}">
                <a16:creationId xmlns:a16="http://schemas.microsoft.com/office/drawing/2014/main" id="{620747AC-F8D8-4335-A10E-969100E12301}"/>
              </a:ext>
            </a:extLst>
          </p:cNvPr>
          <p:cNvGrpSpPr>
            <a:grpSpLocks/>
          </p:cNvGrpSpPr>
          <p:nvPr/>
        </p:nvGrpSpPr>
        <p:grpSpPr bwMode="auto">
          <a:xfrm>
            <a:off x="468313" y="1341438"/>
            <a:ext cx="8207375" cy="3656012"/>
            <a:chOff x="295" y="845"/>
            <a:chExt cx="5170" cy="2303"/>
          </a:xfrm>
        </p:grpSpPr>
        <p:graphicFrame>
          <p:nvGraphicFramePr>
            <p:cNvPr id="9222" name="Object 5">
              <a:extLst>
                <a:ext uri="{FF2B5EF4-FFF2-40B4-BE49-F238E27FC236}">
                  <a16:creationId xmlns:a16="http://schemas.microsoft.com/office/drawing/2014/main" id="{EAFF03B1-2F76-44CA-98CE-5777A74E084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657" y="1434"/>
            <a:ext cx="483" cy="23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3" imgW="368140" imgH="177723" progId="Equation.3">
                    <p:embed/>
                  </p:oleObj>
                </mc:Choice>
                <mc:Fallback>
                  <p:oleObj name="公式" r:id="rId3" imgW="368140" imgH="177723" progId="Equation.3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57" y="1434"/>
                          <a:ext cx="483" cy="23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223" name="Text Box 4">
              <a:extLst>
                <a:ext uri="{FF2B5EF4-FFF2-40B4-BE49-F238E27FC236}">
                  <a16:creationId xmlns:a16="http://schemas.microsoft.com/office/drawing/2014/main" id="{C963B500-A5A5-4C55-9A7A-CBABFC7687F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5" y="845"/>
              <a:ext cx="5170" cy="230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69B3F1"/>
                </a:buClr>
                <a:buFont typeface="Wingdings" panose="05000000000000000000" pitchFamily="2" charset="2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buClrTx/>
                <a:buFontTx/>
                <a:buNone/>
              </a:pPr>
              <a:r>
                <a:rPr lang="en-US" altLang="zh-CN">
                  <a:latin typeface="Times New Roman" panose="02020603050405020304" pitchFamily="18" charset="0"/>
                </a:rPr>
                <a:t>2. </a:t>
              </a:r>
              <a:r>
                <a:rPr lang="zh-CN" altLang="en-US">
                  <a:latin typeface="Times New Roman" panose="02020603050405020304" pitchFamily="18" charset="0"/>
                </a:rPr>
                <a:t>给定解释</a:t>
              </a:r>
              <a:r>
                <a:rPr lang="en-US" altLang="zh-CN">
                  <a:latin typeface="Times New Roman" panose="02020603050405020304" pitchFamily="18" charset="0"/>
                </a:rPr>
                <a:t>I</a:t>
              </a:r>
              <a:r>
                <a:rPr lang="zh-CN" altLang="en-US">
                  <a:latin typeface="Times New Roman" panose="02020603050405020304" pitchFamily="18" charset="0"/>
                </a:rPr>
                <a:t>如下</a:t>
              </a:r>
              <a:r>
                <a:rPr lang="en-US" altLang="zh-CN">
                  <a:latin typeface="Times New Roman" panose="02020603050405020304" pitchFamily="18" charset="0"/>
                </a:rPr>
                <a:t>:</a:t>
              </a:r>
            </a:p>
            <a:p>
              <a:pPr eaLnBrk="1" hangingPunct="1">
                <a:buClrTx/>
                <a:buFontTx/>
                <a:buNone/>
              </a:pPr>
              <a:r>
                <a:rPr lang="en-US" altLang="zh-CN">
                  <a:latin typeface="Times New Roman" panose="02020603050405020304" pitchFamily="18" charset="0"/>
                </a:rPr>
                <a:t>(1) </a:t>
              </a:r>
              <a:r>
                <a:rPr lang="zh-CN" altLang="en-US">
                  <a:latin typeface="Times New Roman" panose="02020603050405020304" pitchFamily="18" charset="0"/>
                </a:rPr>
                <a:t>个体域</a:t>
              </a:r>
              <a:r>
                <a:rPr lang="en-US" altLang="zh-CN" i="1">
                  <a:latin typeface="Times New Roman" panose="02020603050405020304" pitchFamily="18" charset="0"/>
                </a:rPr>
                <a:t>D</a:t>
              </a:r>
              <a:r>
                <a:rPr lang="en-US" altLang="zh-CN">
                  <a:latin typeface="Times New Roman" panose="02020603050405020304" pitchFamily="18" charset="0"/>
                </a:rPr>
                <a:t>={2,3}</a:t>
              </a:r>
            </a:p>
            <a:p>
              <a:pPr eaLnBrk="1" hangingPunct="1">
                <a:buClrTx/>
                <a:buFontTx/>
                <a:buNone/>
              </a:pPr>
              <a:r>
                <a:rPr lang="en-US" altLang="zh-CN">
                  <a:latin typeface="Times New Roman" panose="02020603050405020304" pitchFamily="18" charset="0"/>
                </a:rPr>
                <a:t>(2) </a:t>
              </a:r>
            </a:p>
            <a:p>
              <a:pPr eaLnBrk="1" hangingPunct="1">
                <a:buClrTx/>
                <a:buFontTx/>
                <a:buNone/>
              </a:pPr>
              <a:r>
                <a:rPr lang="en-US" altLang="zh-CN">
                  <a:latin typeface="Times New Roman" panose="02020603050405020304" pitchFamily="18" charset="0"/>
                </a:rPr>
                <a:t>(3)</a:t>
              </a:r>
            </a:p>
            <a:p>
              <a:pPr eaLnBrk="1" hangingPunct="1">
                <a:buClrTx/>
                <a:buFontTx/>
                <a:buNone/>
              </a:pPr>
              <a:r>
                <a:rPr lang="en-US" altLang="zh-CN">
                  <a:latin typeface="Times New Roman" panose="02020603050405020304" pitchFamily="18" charset="0"/>
                </a:rPr>
                <a:t>(4)</a:t>
              </a:r>
            </a:p>
            <a:p>
              <a:pPr eaLnBrk="1" hangingPunct="1">
                <a:buClrTx/>
                <a:buFontTx/>
                <a:buNone/>
              </a:pPr>
              <a:endParaRPr lang="en-US" altLang="zh-CN">
                <a:latin typeface="Times New Roman" panose="02020603050405020304" pitchFamily="18" charset="0"/>
              </a:endParaRPr>
            </a:p>
            <a:p>
              <a:pPr eaLnBrk="1" hangingPunct="1">
                <a:spcBef>
                  <a:spcPct val="45000"/>
                </a:spcBef>
                <a:buClrTx/>
                <a:buFontTx/>
                <a:buNone/>
              </a:pPr>
              <a:r>
                <a:rPr lang="zh-CN" altLang="en-US">
                  <a:latin typeface="Times New Roman" panose="02020603050405020304" pitchFamily="18" charset="0"/>
                </a:rPr>
                <a:t>求下述在</a:t>
              </a:r>
              <a:r>
                <a:rPr lang="en-US" altLang="zh-CN" i="1">
                  <a:latin typeface="Times New Roman" panose="02020603050405020304" pitchFamily="18" charset="0"/>
                </a:rPr>
                <a:t>I</a:t>
              </a:r>
              <a:r>
                <a:rPr lang="zh-CN" altLang="en-US">
                  <a:latin typeface="Times New Roman" panose="02020603050405020304" pitchFamily="18" charset="0"/>
                </a:rPr>
                <a:t>下的解释及其真值</a:t>
              </a:r>
              <a:r>
                <a:rPr lang="en-US" altLang="zh-CN">
                  <a:latin typeface="Times New Roman" panose="02020603050405020304" pitchFamily="18" charset="0"/>
                </a:rPr>
                <a:t>:</a:t>
              </a:r>
            </a:p>
            <a:p>
              <a:pPr eaLnBrk="1" hangingPunct="1">
                <a:buClrTx/>
                <a:buFontTx/>
                <a:buNone/>
              </a:pPr>
              <a:r>
                <a:rPr lang="en-US" altLang="zh-CN">
                  <a:latin typeface="Times New Roman" panose="02020603050405020304" pitchFamily="18" charset="0"/>
                </a:rPr>
                <a:t>      </a:t>
              </a:r>
              <a:r>
                <a:rPr lang="en-US" altLang="zh-CN">
                  <a:latin typeface="Times New Roman" panose="02020603050405020304" pitchFamily="18" charset="0"/>
                  <a:sym typeface="Symbol" panose="05050102010706020507" pitchFamily="18" charset="2"/>
                </a:rPr>
                <a:t></a:t>
              </a:r>
              <a:r>
                <a:rPr lang="en-US" altLang="zh-CN" i="1">
                  <a:latin typeface="Times New Roman" panose="02020603050405020304" pitchFamily="18" charset="0"/>
                  <a:sym typeface="Symbol" panose="05050102010706020507" pitchFamily="18" charset="2"/>
                </a:rPr>
                <a:t>x</a:t>
              </a:r>
              <a:r>
                <a:rPr lang="en-US" altLang="zh-CN">
                  <a:latin typeface="Times New Roman" panose="02020603050405020304" pitchFamily="18" charset="0"/>
                  <a:sym typeface="Symbol" panose="05050102010706020507" pitchFamily="18" charset="2"/>
                </a:rPr>
                <a:t></a:t>
              </a:r>
              <a:r>
                <a:rPr lang="en-US" altLang="zh-CN" i="1">
                  <a:latin typeface="Times New Roman" panose="02020603050405020304" pitchFamily="18" charset="0"/>
                  <a:sym typeface="Symbol" panose="05050102010706020507" pitchFamily="18" charset="2"/>
                </a:rPr>
                <a:t>y</a:t>
              </a:r>
              <a:r>
                <a:rPr lang="en-US" altLang="zh-CN">
                  <a:latin typeface="Times New Roman" panose="02020603050405020304" pitchFamily="18" charset="0"/>
                  <a:sym typeface="Symbol" panose="05050102010706020507" pitchFamily="18" charset="2"/>
                </a:rPr>
                <a:t>(</a:t>
              </a:r>
              <a:r>
                <a:rPr lang="en-US" altLang="zh-CN" i="1">
                  <a:latin typeface="Times New Roman" panose="02020603050405020304" pitchFamily="18" charset="0"/>
                  <a:sym typeface="Symbol" panose="05050102010706020507" pitchFamily="18" charset="2"/>
                </a:rPr>
                <a:t>F</a:t>
              </a:r>
              <a:r>
                <a:rPr lang="en-US" altLang="zh-CN">
                  <a:latin typeface="Times New Roman" panose="02020603050405020304" pitchFamily="18" charset="0"/>
                  <a:sym typeface="Symbol" panose="05050102010706020507" pitchFamily="18" charset="2"/>
                </a:rPr>
                <a:t>(</a:t>
              </a:r>
              <a:r>
                <a:rPr lang="en-US" altLang="zh-CN" i="1">
                  <a:latin typeface="Times New Roman" panose="02020603050405020304" pitchFamily="18" charset="0"/>
                  <a:sym typeface="Symbol" panose="05050102010706020507" pitchFamily="18" charset="2"/>
                </a:rPr>
                <a:t>f</a:t>
              </a:r>
              <a:r>
                <a:rPr lang="en-US" altLang="zh-CN">
                  <a:latin typeface="Times New Roman" panose="02020603050405020304" pitchFamily="18" charset="0"/>
                  <a:sym typeface="Symbol" panose="05050102010706020507" pitchFamily="18" charset="2"/>
                </a:rPr>
                <a:t>(</a:t>
              </a:r>
              <a:r>
                <a:rPr lang="en-US" altLang="zh-CN" i="1">
                  <a:latin typeface="Times New Roman" panose="02020603050405020304" pitchFamily="18" charset="0"/>
                  <a:sym typeface="Symbol" panose="05050102010706020507" pitchFamily="18" charset="2"/>
                </a:rPr>
                <a:t>x</a:t>
              </a:r>
              <a:r>
                <a:rPr lang="en-US" altLang="zh-CN">
                  <a:latin typeface="Times New Roman" panose="02020603050405020304" pitchFamily="18" charset="0"/>
                  <a:sym typeface="Symbol" panose="05050102010706020507" pitchFamily="18" charset="2"/>
                </a:rPr>
                <a:t>))</a:t>
              </a:r>
              <a:r>
                <a:rPr lang="en-US" altLang="zh-CN" i="1">
                  <a:latin typeface="Times New Roman" panose="02020603050405020304" pitchFamily="18" charset="0"/>
                  <a:sym typeface="Symbol" panose="05050102010706020507" pitchFamily="18" charset="2"/>
                </a:rPr>
                <a:t>G</a:t>
              </a:r>
              <a:r>
                <a:rPr lang="en-US" altLang="zh-CN">
                  <a:latin typeface="Times New Roman" panose="02020603050405020304" pitchFamily="18" charset="0"/>
                  <a:sym typeface="Symbol" panose="05050102010706020507" pitchFamily="18" charset="2"/>
                </a:rPr>
                <a:t>(</a:t>
              </a:r>
              <a:r>
                <a:rPr lang="en-US" altLang="zh-CN" i="1">
                  <a:latin typeface="Times New Roman" panose="02020603050405020304" pitchFamily="18" charset="0"/>
                  <a:sym typeface="Symbol" panose="05050102010706020507" pitchFamily="18" charset="2"/>
                </a:rPr>
                <a:t>y</a:t>
              </a:r>
              <a:r>
                <a:rPr lang="en-US" altLang="zh-CN">
                  <a:latin typeface="Times New Roman" panose="02020603050405020304" pitchFamily="18" charset="0"/>
                  <a:sym typeface="Symbol" panose="05050102010706020507" pitchFamily="18" charset="2"/>
                </a:rPr>
                <a:t>,</a:t>
              </a:r>
              <a:r>
                <a:rPr lang="en-US" altLang="zh-CN" i="1">
                  <a:latin typeface="Times New Roman" panose="02020603050405020304" pitchFamily="18" charset="0"/>
                  <a:sym typeface="Symbol" panose="05050102010706020507" pitchFamily="18" charset="2"/>
                </a:rPr>
                <a:t>f</a:t>
              </a:r>
              <a:r>
                <a:rPr lang="en-US" altLang="zh-CN">
                  <a:latin typeface="Times New Roman" panose="02020603050405020304" pitchFamily="18" charset="0"/>
                  <a:sym typeface="Symbol" panose="05050102010706020507" pitchFamily="18" charset="2"/>
                </a:rPr>
                <a:t>(</a:t>
              </a:r>
              <a:r>
                <a:rPr lang="en-US" altLang="zh-CN" i="1">
                  <a:latin typeface="Times New Roman" panose="02020603050405020304" pitchFamily="18" charset="0"/>
                  <a:sym typeface="Symbol" panose="05050102010706020507" pitchFamily="18" charset="2"/>
                </a:rPr>
                <a:t>a</a:t>
              </a:r>
              <a:r>
                <a:rPr lang="en-US" altLang="zh-CN">
                  <a:latin typeface="Times New Roman" panose="02020603050405020304" pitchFamily="18" charset="0"/>
                  <a:sym typeface="Symbol" panose="05050102010706020507" pitchFamily="18" charset="2"/>
                </a:rPr>
                <a:t>)))</a:t>
              </a:r>
            </a:p>
          </p:txBody>
        </p:sp>
        <p:graphicFrame>
          <p:nvGraphicFramePr>
            <p:cNvPr id="9224" name="Object 7">
              <a:extLst>
                <a:ext uri="{FF2B5EF4-FFF2-40B4-BE49-F238E27FC236}">
                  <a16:creationId xmlns:a16="http://schemas.microsoft.com/office/drawing/2014/main" id="{D43C10FB-7058-4ED5-BED9-E15D562233A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612" y="1661"/>
            <a:ext cx="2444" cy="32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5" imgW="1714500" imgH="228600" progId="Equation.3">
                    <p:embed/>
                  </p:oleObj>
                </mc:Choice>
                <mc:Fallback>
                  <p:oleObj name="公式" r:id="rId5" imgW="1714500" imgH="228600" progId="Equation.3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12" y="1661"/>
                          <a:ext cx="2444" cy="32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225" name="Object 9">
              <a:extLst>
                <a:ext uri="{FF2B5EF4-FFF2-40B4-BE49-F238E27FC236}">
                  <a16:creationId xmlns:a16="http://schemas.microsoft.com/office/drawing/2014/main" id="{63FC81A6-FD01-40BC-BD23-91DF7936C90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612" y="1979"/>
            <a:ext cx="4309" cy="6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7" imgW="3276600" imgH="469900" progId="Equation.3">
                    <p:embed/>
                  </p:oleObj>
                </mc:Choice>
                <mc:Fallback>
                  <p:oleObj name="公式" r:id="rId7" imgW="3276600" imgH="469900" progId="Equation.3">
                    <p:embed/>
                    <p:pic>
                      <p:nvPicPr>
                        <p:cNvPr id="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12" y="1979"/>
                          <a:ext cx="4309" cy="61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42028" name="Text Box 12">
            <a:extLst>
              <a:ext uri="{FF2B5EF4-FFF2-40B4-BE49-F238E27FC236}">
                <a16:creationId xmlns:a16="http://schemas.microsoft.com/office/drawing/2014/main" id="{BA655043-C039-4C54-AE42-C579B8A0DB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4941888"/>
            <a:ext cx="6911975" cy="1333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buClrTx/>
              <a:buFontTx/>
              <a:buNone/>
            </a:pPr>
            <a:r>
              <a:rPr lang="zh-CN" altLang="en-US">
                <a:latin typeface="Times New Roman" panose="02020603050405020304" pitchFamily="18" charset="0"/>
              </a:rPr>
              <a:t>解  </a:t>
            </a:r>
            <a:r>
              <a:rPr lang="zh-CN" altLang="en-US">
                <a:latin typeface="Times New Roman" panose="02020603050405020304" pitchFamily="18" charset="0"/>
                <a:sym typeface="Symbol" panose="05050102010706020507" pitchFamily="18" charset="2"/>
              </a:rPr>
              <a:t></a:t>
            </a:r>
            <a:r>
              <a:rPr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xF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))</a:t>
            </a:r>
            <a:r>
              <a:rPr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yG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))</a:t>
            </a:r>
          </a:p>
          <a:p>
            <a:pPr eaLnBrk="1" hangingPunct="1">
              <a:buClrTx/>
              <a:buFontTx/>
              <a:buNone/>
            </a:pP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       </a:t>
            </a:r>
            <a:r>
              <a:rPr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(2))</a:t>
            </a:r>
            <a:r>
              <a:rPr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(3))(</a:t>
            </a:r>
            <a:r>
              <a:rPr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(2,</a:t>
            </a:r>
            <a:r>
              <a:rPr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(2))</a:t>
            </a:r>
            <a:r>
              <a:rPr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(3,</a:t>
            </a:r>
            <a:r>
              <a:rPr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(2)))</a:t>
            </a:r>
          </a:p>
          <a:p>
            <a:pPr eaLnBrk="1" hangingPunct="1">
              <a:buClrTx/>
              <a:buFontTx/>
              <a:buNone/>
            </a:pP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       10(10)0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42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202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灯片编号占位符 5">
            <a:extLst>
              <a:ext uri="{FF2B5EF4-FFF2-40B4-BE49-F238E27FC236}">
                <a16:creationId xmlns:a16="http://schemas.microsoft.com/office/drawing/2014/main" id="{1C8D3847-AD0B-4E82-AF3A-87C6F48F93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9A986AFA-2F2A-42A8-BECE-4E834A05ADF8}" type="slidenum">
              <a:rPr lang="en-US" altLang="zh-CN" sz="1400" b="0"/>
              <a:pPr>
                <a:spcBef>
                  <a:spcPct val="0"/>
                </a:spcBef>
                <a:buClrTx/>
                <a:buFontTx/>
                <a:buNone/>
              </a:pPr>
              <a:t>5</a:t>
            </a:fld>
            <a:endParaRPr lang="en-US" altLang="zh-CN" sz="1400" b="0"/>
          </a:p>
        </p:txBody>
      </p:sp>
      <p:sp>
        <p:nvSpPr>
          <p:cNvPr id="11267" name="Rectangle 2">
            <a:extLst>
              <a:ext uri="{FF2B5EF4-FFF2-40B4-BE49-F238E27FC236}">
                <a16:creationId xmlns:a16="http://schemas.microsoft.com/office/drawing/2014/main" id="{BB594D7A-8A3D-4D24-9F01-0CAFCE82FDF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zh-CN" altLang="en-US"/>
              <a:t>练习</a:t>
            </a:r>
            <a:r>
              <a:rPr lang="en-US" altLang="zh-CN"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11268" name="Rectangle 3">
            <a:extLst>
              <a:ext uri="{FF2B5EF4-FFF2-40B4-BE49-F238E27FC236}">
                <a16:creationId xmlns:a16="http://schemas.microsoft.com/office/drawing/2014/main" id="{77E91649-578D-4E2E-B9FF-BDEB039FB64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19113" y="1241425"/>
            <a:ext cx="8229600" cy="1035050"/>
          </a:xfrm>
        </p:spPr>
        <p:txBody>
          <a:bodyPr/>
          <a:lstStyle/>
          <a:p>
            <a:pPr eaLnBrk="1" hangingPunct="1"/>
            <a:r>
              <a:rPr lang="en-US" altLang="zh-CN">
                <a:latin typeface="Times New Roman" panose="02020603050405020304" pitchFamily="18" charset="0"/>
              </a:rPr>
              <a:t>3.</a:t>
            </a:r>
            <a:r>
              <a:rPr lang="zh-CN" altLang="en-US">
                <a:latin typeface="Times New Roman" panose="02020603050405020304" pitchFamily="18" charset="0"/>
              </a:rPr>
              <a:t>求下述公式的前束范式</a:t>
            </a:r>
            <a:r>
              <a:rPr lang="fr-FR" altLang="zh-CN">
                <a:latin typeface="Times New Roman" panose="02020603050405020304" pitchFamily="18" charset="0"/>
              </a:rPr>
              <a:t>:</a:t>
            </a:r>
          </a:p>
          <a:p>
            <a:pPr eaLnBrk="1" hangingPunct="1"/>
            <a:r>
              <a:rPr lang="fr-FR" altLang="zh-CN">
                <a:latin typeface="Times New Roman" panose="02020603050405020304" pitchFamily="18" charset="0"/>
              </a:rPr>
              <a:t>   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fr-FR" altLang="zh-CN" i="1">
                <a:latin typeface="Times New Roman" panose="02020603050405020304" pitchFamily="18" charset="0"/>
              </a:rPr>
              <a:t>xF</a:t>
            </a:r>
            <a:r>
              <a:rPr lang="fr-FR" altLang="zh-CN">
                <a:latin typeface="Times New Roman" panose="02020603050405020304" pitchFamily="18" charset="0"/>
              </a:rPr>
              <a:t>(</a:t>
            </a:r>
            <a:r>
              <a:rPr lang="fr-FR" altLang="zh-CN" i="1">
                <a:latin typeface="Times New Roman" panose="02020603050405020304" pitchFamily="18" charset="0"/>
              </a:rPr>
              <a:t>x</a:t>
            </a:r>
            <a:r>
              <a:rPr lang="fr-FR" altLang="zh-CN">
                <a:latin typeface="Times New Roman" panose="02020603050405020304" pitchFamily="18" charset="0"/>
              </a:rPr>
              <a:t>)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</a:t>
            </a:r>
            <a:r>
              <a:rPr lang="fr-FR" altLang="zh-CN" i="1">
                <a:latin typeface="Times New Roman" panose="02020603050405020304" pitchFamily="18" charset="0"/>
              </a:rPr>
              <a:t>y</a:t>
            </a:r>
            <a:r>
              <a:rPr lang="fr-FR" altLang="zh-CN">
                <a:latin typeface="Times New Roman" panose="02020603050405020304" pitchFamily="18" charset="0"/>
              </a:rPr>
              <a:t>(</a:t>
            </a:r>
            <a:r>
              <a:rPr lang="fr-FR" altLang="zh-CN" i="1">
                <a:latin typeface="Times New Roman" panose="02020603050405020304" pitchFamily="18" charset="0"/>
              </a:rPr>
              <a:t>G</a:t>
            </a:r>
            <a:r>
              <a:rPr lang="fr-FR" altLang="zh-CN">
                <a:latin typeface="Times New Roman" panose="02020603050405020304" pitchFamily="18" charset="0"/>
              </a:rPr>
              <a:t>(</a:t>
            </a:r>
            <a:r>
              <a:rPr lang="fr-FR" altLang="zh-CN" i="1">
                <a:latin typeface="Times New Roman" panose="02020603050405020304" pitchFamily="18" charset="0"/>
              </a:rPr>
              <a:t>x</a:t>
            </a:r>
            <a:r>
              <a:rPr lang="fr-FR" altLang="zh-CN">
                <a:latin typeface="Times New Roman" panose="02020603050405020304" pitchFamily="18" charset="0"/>
              </a:rPr>
              <a:t>,</a:t>
            </a:r>
            <a:r>
              <a:rPr lang="fr-FR" altLang="zh-CN" i="1">
                <a:latin typeface="Times New Roman" panose="02020603050405020304" pitchFamily="18" charset="0"/>
              </a:rPr>
              <a:t>y</a:t>
            </a:r>
            <a:r>
              <a:rPr lang="fr-FR" altLang="zh-CN">
                <a:latin typeface="Times New Roman" panose="02020603050405020304" pitchFamily="18" charset="0"/>
              </a:rPr>
              <a:t>)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fr-FR" altLang="zh-CN" i="1">
                <a:latin typeface="Times New Roman" panose="02020603050405020304" pitchFamily="18" charset="0"/>
              </a:rPr>
              <a:t>H</a:t>
            </a:r>
            <a:r>
              <a:rPr lang="fr-FR" altLang="zh-CN">
                <a:latin typeface="Times New Roman" panose="02020603050405020304" pitchFamily="18" charset="0"/>
              </a:rPr>
              <a:t>(</a:t>
            </a:r>
            <a:r>
              <a:rPr lang="fr-FR" altLang="zh-CN" i="1">
                <a:latin typeface="Times New Roman" panose="02020603050405020304" pitchFamily="18" charset="0"/>
              </a:rPr>
              <a:t>x</a:t>
            </a:r>
            <a:r>
              <a:rPr lang="fr-FR" altLang="zh-CN">
                <a:latin typeface="Times New Roman" panose="02020603050405020304" pitchFamily="18" charset="0"/>
              </a:rPr>
              <a:t>,</a:t>
            </a:r>
            <a:r>
              <a:rPr lang="fr-FR" altLang="zh-CN" i="1">
                <a:latin typeface="Times New Roman" panose="02020603050405020304" pitchFamily="18" charset="0"/>
              </a:rPr>
              <a:t>y</a:t>
            </a:r>
            <a:r>
              <a:rPr lang="fr-FR" altLang="zh-CN">
                <a:latin typeface="Times New Roman" panose="02020603050405020304" pitchFamily="18" charset="0"/>
              </a:rPr>
              <a:t>))</a:t>
            </a:r>
          </a:p>
        </p:txBody>
      </p:sp>
      <p:sp>
        <p:nvSpPr>
          <p:cNvPr id="344068" name="Rectangle 4">
            <a:extLst>
              <a:ext uri="{FF2B5EF4-FFF2-40B4-BE49-F238E27FC236}">
                <a16:creationId xmlns:a16="http://schemas.microsoft.com/office/drawing/2014/main" id="{21D12D1A-0D43-4818-B2D1-F97DBAC849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2105025"/>
            <a:ext cx="5853112" cy="2332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zh-CN" altLang="en-US">
                <a:latin typeface="Times New Roman" panose="02020603050405020304" pitchFamily="18" charset="0"/>
              </a:rPr>
              <a:t>解   使用换名规则</a:t>
            </a:r>
            <a:r>
              <a:rPr lang="fr-FR" altLang="zh-CN">
                <a:latin typeface="Times New Roman" panose="02020603050405020304" pitchFamily="18" charset="0"/>
              </a:rPr>
              <a:t>,</a:t>
            </a:r>
            <a:endParaRPr lang="en-US" altLang="zh-CN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       </a:t>
            </a:r>
            <a:r>
              <a:rPr lang="fr-FR" altLang="zh-CN" i="1">
                <a:solidFill>
                  <a:srgbClr val="FF0000"/>
                </a:solidFill>
                <a:latin typeface="Times New Roman" panose="02020603050405020304" pitchFamily="18" charset="0"/>
              </a:rPr>
              <a:t>x</a:t>
            </a:r>
            <a:r>
              <a:rPr lang="fr-FR" altLang="zh-CN" i="1">
                <a:latin typeface="Times New Roman" panose="02020603050405020304" pitchFamily="18" charset="0"/>
              </a:rPr>
              <a:t>F</a:t>
            </a:r>
            <a:r>
              <a:rPr lang="fr-FR" altLang="zh-CN">
                <a:latin typeface="Times New Roman" panose="02020603050405020304" pitchFamily="18" charset="0"/>
              </a:rPr>
              <a:t>(</a:t>
            </a:r>
            <a:r>
              <a:rPr lang="fr-FR" altLang="zh-CN" i="1">
                <a:solidFill>
                  <a:srgbClr val="FF0000"/>
                </a:solidFill>
                <a:latin typeface="Times New Roman" panose="02020603050405020304" pitchFamily="18" charset="0"/>
              </a:rPr>
              <a:t>x</a:t>
            </a:r>
            <a:r>
              <a:rPr lang="fr-FR" altLang="zh-CN">
                <a:latin typeface="Times New Roman" panose="02020603050405020304" pitchFamily="18" charset="0"/>
              </a:rPr>
              <a:t>)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</a:t>
            </a:r>
            <a:r>
              <a:rPr lang="fr-FR" altLang="zh-CN" i="1">
                <a:latin typeface="Times New Roman" panose="02020603050405020304" pitchFamily="18" charset="0"/>
              </a:rPr>
              <a:t>y</a:t>
            </a:r>
            <a:r>
              <a:rPr lang="fr-FR" altLang="zh-CN">
                <a:latin typeface="Times New Roman" panose="02020603050405020304" pitchFamily="18" charset="0"/>
              </a:rPr>
              <a:t>(</a:t>
            </a:r>
            <a:r>
              <a:rPr lang="fr-FR" altLang="zh-CN" i="1">
                <a:latin typeface="Times New Roman" panose="02020603050405020304" pitchFamily="18" charset="0"/>
              </a:rPr>
              <a:t>G</a:t>
            </a:r>
            <a:r>
              <a:rPr lang="fr-FR" altLang="zh-CN">
                <a:latin typeface="Times New Roman" panose="02020603050405020304" pitchFamily="18" charset="0"/>
              </a:rPr>
              <a:t>(</a:t>
            </a:r>
            <a:r>
              <a:rPr lang="fr-FR" altLang="zh-CN" i="1">
                <a:solidFill>
                  <a:srgbClr val="00B050"/>
                </a:solidFill>
                <a:latin typeface="Times New Roman" panose="02020603050405020304" pitchFamily="18" charset="0"/>
              </a:rPr>
              <a:t>x</a:t>
            </a:r>
            <a:r>
              <a:rPr lang="fr-FR" altLang="zh-CN">
                <a:latin typeface="Times New Roman" panose="02020603050405020304" pitchFamily="18" charset="0"/>
              </a:rPr>
              <a:t>,</a:t>
            </a:r>
            <a:r>
              <a:rPr lang="fr-FR" altLang="zh-CN" i="1">
                <a:latin typeface="Times New Roman" panose="02020603050405020304" pitchFamily="18" charset="0"/>
              </a:rPr>
              <a:t>y</a:t>
            </a:r>
            <a:r>
              <a:rPr lang="fr-FR" altLang="zh-CN">
                <a:latin typeface="Times New Roman" panose="02020603050405020304" pitchFamily="18" charset="0"/>
              </a:rPr>
              <a:t>)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fr-FR" altLang="zh-CN" i="1">
                <a:latin typeface="Times New Roman" panose="02020603050405020304" pitchFamily="18" charset="0"/>
              </a:rPr>
              <a:t>H</a:t>
            </a:r>
            <a:r>
              <a:rPr lang="fr-FR" altLang="zh-CN">
                <a:latin typeface="Times New Roman" panose="02020603050405020304" pitchFamily="18" charset="0"/>
              </a:rPr>
              <a:t>(</a:t>
            </a:r>
            <a:r>
              <a:rPr lang="fr-FR" altLang="zh-CN" i="1">
                <a:solidFill>
                  <a:srgbClr val="00B050"/>
                </a:solidFill>
                <a:latin typeface="Times New Roman" panose="02020603050405020304" pitchFamily="18" charset="0"/>
              </a:rPr>
              <a:t>x</a:t>
            </a:r>
            <a:r>
              <a:rPr lang="fr-FR" altLang="zh-CN">
                <a:latin typeface="Times New Roman" panose="02020603050405020304" pitchFamily="18" charset="0"/>
              </a:rPr>
              <a:t>,</a:t>
            </a:r>
            <a:r>
              <a:rPr lang="fr-FR" altLang="zh-CN" i="1">
                <a:latin typeface="Times New Roman" panose="02020603050405020304" pitchFamily="18" charset="0"/>
              </a:rPr>
              <a:t>y</a:t>
            </a:r>
            <a:r>
              <a:rPr lang="fr-FR" altLang="zh-CN">
                <a:latin typeface="Times New Roman" panose="02020603050405020304" pitchFamily="18" charset="0"/>
              </a:rPr>
              <a:t>))</a:t>
            </a:r>
            <a:endParaRPr lang="fr-FR" altLang="zh-CN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90000"/>
              </a:lnSpc>
            </a:pPr>
            <a:r>
              <a:rPr lang="fr-FR" altLang="zh-CN">
                <a:latin typeface="Times New Roman" panose="02020603050405020304" pitchFamily="18" charset="0"/>
                <a:sym typeface="Symbol" panose="05050102010706020507" pitchFamily="18" charset="2"/>
              </a:rPr>
              <a:t>   </a:t>
            </a:r>
            <a:r>
              <a:rPr lang="fr-FR" altLang="zh-CN">
                <a:latin typeface="Times New Roman" panose="02020603050405020304" pitchFamily="18" charset="0"/>
              </a:rPr>
              <a:t> 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fr-FR" altLang="zh-CN" i="1">
                <a:solidFill>
                  <a:srgbClr val="0066FF"/>
                </a:solidFill>
                <a:latin typeface="Times New Roman" panose="02020603050405020304" pitchFamily="18" charset="0"/>
              </a:rPr>
              <a:t>z</a:t>
            </a:r>
            <a:r>
              <a:rPr lang="fr-FR" altLang="zh-CN" i="1">
                <a:latin typeface="Times New Roman" panose="02020603050405020304" pitchFamily="18" charset="0"/>
              </a:rPr>
              <a:t>F</a:t>
            </a:r>
            <a:r>
              <a:rPr lang="fr-FR" altLang="zh-CN">
                <a:latin typeface="Times New Roman" panose="02020603050405020304" pitchFamily="18" charset="0"/>
              </a:rPr>
              <a:t>(</a:t>
            </a:r>
            <a:r>
              <a:rPr lang="fr-FR" altLang="zh-CN" i="1">
                <a:solidFill>
                  <a:srgbClr val="0066FF"/>
                </a:solidFill>
                <a:latin typeface="Times New Roman" panose="02020603050405020304" pitchFamily="18" charset="0"/>
              </a:rPr>
              <a:t>z</a:t>
            </a:r>
            <a:r>
              <a:rPr lang="fr-FR" altLang="zh-CN">
                <a:latin typeface="Times New Roman" panose="02020603050405020304" pitchFamily="18" charset="0"/>
              </a:rPr>
              <a:t>)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</a:t>
            </a:r>
            <a:r>
              <a:rPr lang="fr-FR" altLang="zh-CN" i="1">
                <a:latin typeface="Times New Roman" panose="02020603050405020304" pitchFamily="18" charset="0"/>
              </a:rPr>
              <a:t>y</a:t>
            </a:r>
            <a:r>
              <a:rPr lang="fr-FR" altLang="zh-CN">
                <a:latin typeface="Times New Roman" panose="02020603050405020304" pitchFamily="18" charset="0"/>
              </a:rPr>
              <a:t>(</a:t>
            </a:r>
            <a:r>
              <a:rPr lang="fr-FR" altLang="zh-CN" i="1">
                <a:latin typeface="Times New Roman" panose="02020603050405020304" pitchFamily="18" charset="0"/>
              </a:rPr>
              <a:t>G</a:t>
            </a:r>
            <a:r>
              <a:rPr lang="fr-FR" altLang="zh-CN">
                <a:latin typeface="Times New Roman" panose="02020603050405020304" pitchFamily="18" charset="0"/>
              </a:rPr>
              <a:t>(</a:t>
            </a:r>
            <a:r>
              <a:rPr lang="fr-FR" altLang="zh-CN" i="1">
                <a:solidFill>
                  <a:srgbClr val="00B050"/>
                </a:solidFill>
                <a:latin typeface="Times New Roman" panose="02020603050405020304" pitchFamily="18" charset="0"/>
              </a:rPr>
              <a:t>x</a:t>
            </a:r>
            <a:r>
              <a:rPr lang="fr-FR" altLang="zh-CN">
                <a:latin typeface="Times New Roman" panose="02020603050405020304" pitchFamily="18" charset="0"/>
              </a:rPr>
              <a:t>,</a:t>
            </a:r>
            <a:r>
              <a:rPr lang="fr-FR" altLang="zh-CN" i="1">
                <a:latin typeface="Times New Roman" panose="02020603050405020304" pitchFamily="18" charset="0"/>
              </a:rPr>
              <a:t>y</a:t>
            </a:r>
            <a:r>
              <a:rPr lang="fr-FR" altLang="zh-CN">
                <a:latin typeface="Times New Roman" panose="02020603050405020304" pitchFamily="18" charset="0"/>
              </a:rPr>
              <a:t>)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fr-FR" altLang="zh-CN" i="1">
                <a:latin typeface="Times New Roman" panose="02020603050405020304" pitchFamily="18" charset="0"/>
              </a:rPr>
              <a:t>H</a:t>
            </a:r>
            <a:r>
              <a:rPr lang="fr-FR" altLang="zh-CN">
                <a:latin typeface="Times New Roman" panose="02020603050405020304" pitchFamily="18" charset="0"/>
              </a:rPr>
              <a:t>(</a:t>
            </a:r>
            <a:r>
              <a:rPr lang="fr-FR" altLang="zh-CN" i="1">
                <a:solidFill>
                  <a:srgbClr val="00B050"/>
                </a:solidFill>
                <a:latin typeface="Times New Roman" panose="02020603050405020304" pitchFamily="18" charset="0"/>
              </a:rPr>
              <a:t>x</a:t>
            </a:r>
            <a:r>
              <a:rPr lang="fr-FR" altLang="zh-CN">
                <a:latin typeface="Times New Roman" panose="02020603050405020304" pitchFamily="18" charset="0"/>
              </a:rPr>
              <a:t>,</a:t>
            </a:r>
            <a:r>
              <a:rPr lang="fr-FR" altLang="zh-CN" i="1">
                <a:latin typeface="Times New Roman" panose="02020603050405020304" pitchFamily="18" charset="0"/>
              </a:rPr>
              <a:t>y</a:t>
            </a:r>
            <a:r>
              <a:rPr lang="fr-FR" altLang="zh-CN">
                <a:latin typeface="Times New Roman" panose="02020603050405020304" pitchFamily="18" charset="0"/>
              </a:rPr>
              <a:t>))</a:t>
            </a:r>
            <a:endParaRPr lang="fr-FR" altLang="zh-CN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90000"/>
              </a:lnSpc>
            </a:pPr>
            <a:r>
              <a:rPr lang="fr-FR" altLang="zh-CN">
                <a:latin typeface="Times New Roman" panose="02020603050405020304" pitchFamily="18" charset="0"/>
                <a:sym typeface="Symbol" panose="05050102010706020507" pitchFamily="18" charset="2"/>
              </a:rPr>
              <a:t>   </a:t>
            </a:r>
            <a:r>
              <a:rPr lang="fr-FR" altLang="zh-CN">
                <a:latin typeface="Times New Roman" panose="02020603050405020304" pitchFamily="18" charset="0"/>
              </a:rPr>
              <a:t> 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lang="fr-FR" altLang="zh-CN" i="1">
                <a:solidFill>
                  <a:srgbClr val="0066FF"/>
                </a:solidFill>
                <a:latin typeface="Times New Roman" panose="02020603050405020304" pitchFamily="18" charset="0"/>
              </a:rPr>
              <a:t>z</a:t>
            </a:r>
            <a:r>
              <a:rPr lang="fr-FR" altLang="zh-CN">
                <a:latin typeface="Times New Roman" panose="02020603050405020304" pitchFamily="18" charset="0"/>
              </a:rPr>
              <a:t>(</a:t>
            </a:r>
            <a:r>
              <a:rPr lang="fr-FR" altLang="zh-CN" i="1">
                <a:latin typeface="Times New Roman" panose="02020603050405020304" pitchFamily="18" charset="0"/>
              </a:rPr>
              <a:t>F</a:t>
            </a:r>
            <a:r>
              <a:rPr lang="fr-FR" altLang="zh-CN">
                <a:latin typeface="Times New Roman" panose="02020603050405020304" pitchFamily="18" charset="0"/>
              </a:rPr>
              <a:t>(</a:t>
            </a:r>
            <a:r>
              <a:rPr lang="fr-FR" altLang="zh-CN" i="1">
                <a:solidFill>
                  <a:srgbClr val="0066FF"/>
                </a:solidFill>
                <a:latin typeface="Times New Roman" panose="02020603050405020304" pitchFamily="18" charset="0"/>
              </a:rPr>
              <a:t>z</a:t>
            </a:r>
            <a:r>
              <a:rPr lang="fr-FR" altLang="zh-CN">
                <a:latin typeface="Times New Roman" panose="02020603050405020304" pitchFamily="18" charset="0"/>
              </a:rPr>
              <a:t>)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</a:t>
            </a:r>
            <a:r>
              <a:rPr lang="fr-FR" altLang="zh-CN" i="1">
                <a:latin typeface="Times New Roman" panose="02020603050405020304" pitchFamily="18" charset="0"/>
              </a:rPr>
              <a:t>y</a:t>
            </a:r>
            <a:r>
              <a:rPr lang="fr-FR" altLang="zh-CN">
                <a:latin typeface="Times New Roman" panose="02020603050405020304" pitchFamily="18" charset="0"/>
              </a:rPr>
              <a:t>(</a:t>
            </a:r>
            <a:r>
              <a:rPr lang="fr-FR" altLang="zh-CN" i="1">
                <a:latin typeface="Times New Roman" panose="02020603050405020304" pitchFamily="18" charset="0"/>
              </a:rPr>
              <a:t>G</a:t>
            </a:r>
            <a:r>
              <a:rPr lang="fr-FR" altLang="zh-CN">
                <a:latin typeface="Times New Roman" panose="02020603050405020304" pitchFamily="18" charset="0"/>
              </a:rPr>
              <a:t>(</a:t>
            </a:r>
            <a:r>
              <a:rPr lang="fr-FR" altLang="zh-CN" i="1">
                <a:solidFill>
                  <a:srgbClr val="00B050"/>
                </a:solidFill>
                <a:latin typeface="Times New Roman" panose="02020603050405020304" pitchFamily="18" charset="0"/>
              </a:rPr>
              <a:t>x</a:t>
            </a:r>
            <a:r>
              <a:rPr lang="fr-FR" altLang="zh-CN">
                <a:latin typeface="Times New Roman" panose="02020603050405020304" pitchFamily="18" charset="0"/>
              </a:rPr>
              <a:t>,</a:t>
            </a:r>
            <a:r>
              <a:rPr lang="fr-FR" altLang="zh-CN" i="1">
                <a:latin typeface="Times New Roman" panose="02020603050405020304" pitchFamily="18" charset="0"/>
              </a:rPr>
              <a:t>y</a:t>
            </a:r>
            <a:r>
              <a:rPr lang="fr-FR" altLang="zh-CN">
                <a:latin typeface="Times New Roman" panose="02020603050405020304" pitchFamily="18" charset="0"/>
              </a:rPr>
              <a:t>)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fr-FR" altLang="zh-CN" i="1">
                <a:latin typeface="Times New Roman" panose="02020603050405020304" pitchFamily="18" charset="0"/>
              </a:rPr>
              <a:t>H</a:t>
            </a:r>
            <a:r>
              <a:rPr lang="fr-FR" altLang="zh-CN">
                <a:latin typeface="Times New Roman" panose="02020603050405020304" pitchFamily="18" charset="0"/>
              </a:rPr>
              <a:t>(</a:t>
            </a:r>
            <a:r>
              <a:rPr lang="fr-FR" altLang="zh-CN" i="1">
                <a:solidFill>
                  <a:srgbClr val="00B050"/>
                </a:solidFill>
                <a:latin typeface="Times New Roman" panose="02020603050405020304" pitchFamily="18" charset="0"/>
              </a:rPr>
              <a:t>x</a:t>
            </a:r>
            <a:r>
              <a:rPr lang="fr-FR" altLang="zh-CN">
                <a:latin typeface="Times New Roman" panose="02020603050405020304" pitchFamily="18" charset="0"/>
              </a:rPr>
              <a:t>,</a:t>
            </a:r>
            <a:r>
              <a:rPr lang="fr-FR" altLang="zh-CN" i="1">
                <a:latin typeface="Times New Roman" panose="02020603050405020304" pitchFamily="18" charset="0"/>
              </a:rPr>
              <a:t>y</a:t>
            </a:r>
            <a:r>
              <a:rPr lang="fr-FR" altLang="zh-CN">
                <a:latin typeface="Times New Roman" panose="02020603050405020304" pitchFamily="18" charset="0"/>
              </a:rPr>
              <a:t>))</a:t>
            </a:r>
            <a:endParaRPr lang="fr-FR" altLang="zh-CN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90000"/>
              </a:lnSpc>
            </a:pPr>
            <a:r>
              <a:rPr lang="fr-FR" altLang="zh-CN">
                <a:latin typeface="Times New Roman" panose="02020603050405020304" pitchFamily="18" charset="0"/>
                <a:sym typeface="Symbol" panose="05050102010706020507" pitchFamily="18" charset="2"/>
              </a:rPr>
              <a:t>   </a:t>
            </a:r>
            <a:r>
              <a:rPr lang="fr-FR" altLang="zh-CN">
                <a:latin typeface="Times New Roman" panose="02020603050405020304" pitchFamily="18" charset="0"/>
              </a:rPr>
              <a:t> 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lang="fr-FR" altLang="zh-CN" i="1">
                <a:solidFill>
                  <a:srgbClr val="0066FF"/>
                </a:solidFill>
                <a:latin typeface="Times New Roman" panose="02020603050405020304" pitchFamily="18" charset="0"/>
              </a:rPr>
              <a:t>z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lang="fr-FR" altLang="zh-CN" i="1">
                <a:latin typeface="Times New Roman" panose="02020603050405020304" pitchFamily="18" charset="0"/>
              </a:rPr>
              <a:t>y</a:t>
            </a:r>
            <a:r>
              <a:rPr lang="fr-FR" altLang="zh-CN">
                <a:latin typeface="Times New Roman" panose="02020603050405020304" pitchFamily="18" charset="0"/>
              </a:rPr>
              <a:t>(</a:t>
            </a:r>
            <a:r>
              <a:rPr lang="fr-FR" altLang="zh-CN" i="1">
                <a:latin typeface="Times New Roman" panose="02020603050405020304" pitchFamily="18" charset="0"/>
              </a:rPr>
              <a:t>F</a:t>
            </a:r>
            <a:r>
              <a:rPr lang="fr-FR" altLang="zh-CN">
                <a:latin typeface="Times New Roman" panose="02020603050405020304" pitchFamily="18" charset="0"/>
              </a:rPr>
              <a:t>(</a:t>
            </a:r>
            <a:r>
              <a:rPr lang="fr-FR" altLang="zh-CN" i="1">
                <a:solidFill>
                  <a:srgbClr val="0066FF"/>
                </a:solidFill>
                <a:latin typeface="Times New Roman" panose="02020603050405020304" pitchFamily="18" charset="0"/>
              </a:rPr>
              <a:t>z</a:t>
            </a:r>
            <a:r>
              <a:rPr lang="fr-FR" altLang="zh-CN">
                <a:latin typeface="Times New Roman" panose="02020603050405020304" pitchFamily="18" charset="0"/>
              </a:rPr>
              <a:t>)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fr-FR" altLang="zh-CN">
                <a:latin typeface="Times New Roman" panose="02020603050405020304" pitchFamily="18" charset="0"/>
              </a:rPr>
              <a:t>(</a:t>
            </a:r>
            <a:r>
              <a:rPr lang="fr-FR" altLang="zh-CN" i="1">
                <a:latin typeface="Times New Roman" panose="02020603050405020304" pitchFamily="18" charset="0"/>
              </a:rPr>
              <a:t>G</a:t>
            </a:r>
            <a:r>
              <a:rPr lang="fr-FR" altLang="zh-CN">
                <a:latin typeface="Times New Roman" panose="02020603050405020304" pitchFamily="18" charset="0"/>
              </a:rPr>
              <a:t>(</a:t>
            </a:r>
            <a:r>
              <a:rPr lang="fr-FR" altLang="zh-CN" i="1">
                <a:solidFill>
                  <a:srgbClr val="00B050"/>
                </a:solidFill>
                <a:latin typeface="Times New Roman" panose="02020603050405020304" pitchFamily="18" charset="0"/>
              </a:rPr>
              <a:t>x</a:t>
            </a:r>
            <a:r>
              <a:rPr lang="fr-FR" altLang="zh-CN">
                <a:latin typeface="Times New Roman" panose="02020603050405020304" pitchFamily="18" charset="0"/>
              </a:rPr>
              <a:t>,</a:t>
            </a:r>
            <a:r>
              <a:rPr lang="fr-FR" altLang="zh-CN" i="1">
                <a:latin typeface="Times New Roman" panose="02020603050405020304" pitchFamily="18" charset="0"/>
              </a:rPr>
              <a:t>y</a:t>
            </a:r>
            <a:r>
              <a:rPr lang="fr-FR" altLang="zh-CN">
                <a:latin typeface="Times New Roman" panose="02020603050405020304" pitchFamily="18" charset="0"/>
              </a:rPr>
              <a:t>)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fr-FR" altLang="zh-CN" i="1">
                <a:latin typeface="Times New Roman" panose="02020603050405020304" pitchFamily="18" charset="0"/>
              </a:rPr>
              <a:t>H</a:t>
            </a:r>
            <a:r>
              <a:rPr lang="fr-FR" altLang="zh-CN">
                <a:latin typeface="Times New Roman" panose="02020603050405020304" pitchFamily="18" charset="0"/>
              </a:rPr>
              <a:t>(</a:t>
            </a:r>
            <a:r>
              <a:rPr lang="fr-FR" altLang="zh-CN" i="1">
                <a:solidFill>
                  <a:srgbClr val="00B050"/>
                </a:solidFill>
                <a:latin typeface="Times New Roman" panose="02020603050405020304" pitchFamily="18" charset="0"/>
              </a:rPr>
              <a:t>x</a:t>
            </a:r>
            <a:r>
              <a:rPr lang="fr-FR" altLang="zh-CN">
                <a:latin typeface="Times New Roman" panose="02020603050405020304" pitchFamily="18" charset="0"/>
              </a:rPr>
              <a:t>,</a:t>
            </a:r>
            <a:r>
              <a:rPr lang="fr-FR" altLang="zh-CN" i="1">
                <a:latin typeface="Times New Roman" panose="02020603050405020304" pitchFamily="18" charset="0"/>
              </a:rPr>
              <a:t>y</a:t>
            </a:r>
            <a:r>
              <a:rPr lang="fr-FR" altLang="zh-CN">
                <a:latin typeface="Times New Roman" panose="02020603050405020304" pitchFamily="18" charset="0"/>
              </a:rPr>
              <a:t>)))</a:t>
            </a:r>
          </a:p>
        </p:txBody>
      </p:sp>
      <p:sp>
        <p:nvSpPr>
          <p:cNvPr id="344069" name="Rectangle 5">
            <a:extLst>
              <a:ext uri="{FF2B5EF4-FFF2-40B4-BE49-F238E27FC236}">
                <a16:creationId xmlns:a16="http://schemas.microsoft.com/office/drawing/2014/main" id="{2E219E8B-E28D-48F7-BFDE-17DC8A006B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1988" y="4265613"/>
            <a:ext cx="6357937" cy="2332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zh-CN" altLang="fr-FR">
                <a:latin typeface="Times New Roman" panose="02020603050405020304" pitchFamily="18" charset="0"/>
              </a:rPr>
              <a:t>     使用代替规则</a:t>
            </a:r>
            <a:endParaRPr lang="zh-CN" altLang="en-US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90000"/>
              </a:lnSpc>
            </a:pPr>
            <a:r>
              <a:rPr lang="zh-CN" altLang="en-US">
                <a:latin typeface="Times New Roman" panose="02020603050405020304" pitchFamily="18" charset="0"/>
                <a:sym typeface="Symbol" panose="05050102010706020507" pitchFamily="18" charset="2"/>
              </a:rPr>
              <a:t>     </a:t>
            </a:r>
            <a:r>
              <a:rPr lang="fr-FR" altLang="zh-CN" i="1">
                <a:solidFill>
                  <a:srgbClr val="FF0000"/>
                </a:solidFill>
                <a:latin typeface="Times New Roman" panose="02020603050405020304" pitchFamily="18" charset="0"/>
              </a:rPr>
              <a:t>x</a:t>
            </a:r>
            <a:r>
              <a:rPr lang="fr-FR" altLang="zh-CN" i="1">
                <a:latin typeface="Times New Roman" panose="02020603050405020304" pitchFamily="18" charset="0"/>
              </a:rPr>
              <a:t>F</a:t>
            </a:r>
            <a:r>
              <a:rPr lang="fr-FR" altLang="zh-CN">
                <a:latin typeface="Times New Roman" panose="02020603050405020304" pitchFamily="18" charset="0"/>
              </a:rPr>
              <a:t>(</a:t>
            </a:r>
            <a:r>
              <a:rPr lang="fr-FR" altLang="zh-CN" i="1">
                <a:solidFill>
                  <a:srgbClr val="FF0000"/>
                </a:solidFill>
                <a:latin typeface="Times New Roman" panose="02020603050405020304" pitchFamily="18" charset="0"/>
              </a:rPr>
              <a:t>x</a:t>
            </a:r>
            <a:r>
              <a:rPr lang="fr-FR" altLang="zh-CN">
                <a:latin typeface="Times New Roman" panose="02020603050405020304" pitchFamily="18" charset="0"/>
              </a:rPr>
              <a:t>)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</a:t>
            </a:r>
            <a:r>
              <a:rPr lang="fr-FR" altLang="zh-CN" i="1">
                <a:latin typeface="Times New Roman" panose="02020603050405020304" pitchFamily="18" charset="0"/>
              </a:rPr>
              <a:t>y</a:t>
            </a:r>
            <a:r>
              <a:rPr lang="fr-FR" altLang="zh-CN">
                <a:latin typeface="Times New Roman" panose="02020603050405020304" pitchFamily="18" charset="0"/>
              </a:rPr>
              <a:t>(</a:t>
            </a:r>
            <a:r>
              <a:rPr lang="fr-FR" altLang="zh-CN" i="1">
                <a:latin typeface="Times New Roman" panose="02020603050405020304" pitchFamily="18" charset="0"/>
              </a:rPr>
              <a:t>G</a:t>
            </a:r>
            <a:r>
              <a:rPr lang="fr-FR" altLang="zh-CN">
                <a:latin typeface="Times New Roman" panose="02020603050405020304" pitchFamily="18" charset="0"/>
              </a:rPr>
              <a:t>(</a:t>
            </a:r>
            <a:r>
              <a:rPr lang="fr-FR" altLang="zh-CN" i="1">
                <a:solidFill>
                  <a:srgbClr val="00B050"/>
                </a:solidFill>
                <a:latin typeface="Times New Roman" panose="02020603050405020304" pitchFamily="18" charset="0"/>
              </a:rPr>
              <a:t>x</a:t>
            </a:r>
            <a:r>
              <a:rPr lang="fr-FR" altLang="zh-CN">
                <a:latin typeface="Times New Roman" panose="02020603050405020304" pitchFamily="18" charset="0"/>
              </a:rPr>
              <a:t>,</a:t>
            </a:r>
            <a:r>
              <a:rPr lang="fr-FR" altLang="zh-CN" i="1">
                <a:latin typeface="Times New Roman" panose="02020603050405020304" pitchFamily="18" charset="0"/>
              </a:rPr>
              <a:t>y</a:t>
            </a:r>
            <a:r>
              <a:rPr lang="fr-FR" altLang="zh-CN">
                <a:latin typeface="Times New Roman" panose="02020603050405020304" pitchFamily="18" charset="0"/>
              </a:rPr>
              <a:t>)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fr-FR" altLang="zh-CN" i="1">
                <a:latin typeface="Times New Roman" panose="02020603050405020304" pitchFamily="18" charset="0"/>
              </a:rPr>
              <a:t>H</a:t>
            </a:r>
            <a:r>
              <a:rPr lang="fr-FR" altLang="zh-CN">
                <a:latin typeface="Times New Roman" panose="02020603050405020304" pitchFamily="18" charset="0"/>
              </a:rPr>
              <a:t>(</a:t>
            </a:r>
            <a:r>
              <a:rPr lang="fr-FR" altLang="zh-CN" i="1">
                <a:solidFill>
                  <a:srgbClr val="00B050"/>
                </a:solidFill>
                <a:latin typeface="Times New Roman" panose="02020603050405020304" pitchFamily="18" charset="0"/>
              </a:rPr>
              <a:t>x</a:t>
            </a:r>
            <a:r>
              <a:rPr lang="fr-FR" altLang="zh-CN">
                <a:latin typeface="Times New Roman" panose="02020603050405020304" pitchFamily="18" charset="0"/>
              </a:rPr>
              <a:t>,</a:t>
            </a:r>
            <a:r>
              <a:rPr lang="fr-FR" altLang="zh-CN" i="1">
                <a:latin typeface="Times New Roman" panose="02020603050405020304" pitchFamily="18" charset="0"/>
              </a:rPr>
              <a:t>y</a:t>
            </a:r>
            <a:r>
              <a:rPr lang="fr-FR" altLang="zh-CN">
                <a:latin typeface="Times New Roman" panose="02020603050405020304" pitchFamily="18" charset="0"/>
              </a:rPr>
              <a:t>))</a:t>
            </a:r>
            <a:endParaRPr lang="fr-FR" altLang="zh-CN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90000"/>
              </a:lnSpc>
            </a:pPr>
            <a:r>
              <a:rPr lang="fr-FR" altLang="zh-CN">
                <a:latin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fr-FR" altLang="zh-CN">
                <a:latin typeface="Times New Roman" panose="02020603050405020304" pitchFamily="18" charset="0"/>
              </a:rPr>
              <a:t> 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fr-FR" altLang="zh-CN" i="1">
                <a:solidFill>
                  <a:srgbClr val="FF0000"/>
                </a:solidFill>
                <a:latin typeface="Times New Roman" panose="02020603050405020304" pitchFamily="18" charset="0"/>
              </a:rPr>
              <a:t>x</a:t>
            </a:r>
            <a:r>
              <a:rPr lang="fr-FR" altLang="zh-CN" i="1">
                <a:latin typeface="Times New Roman" panose="02020603050405020304" pitchFamily="18" charset="0"/>
              </a:rPr>
              <a:t>F</a:t>
            </a:r>
            <a:r>
              <a:rPr lang="fr-FR" altLang="zh-CN">
                <a:latin typeface="Times New Roman" panose="02020603050405020304" pitchFamily="18" charset="0"/>
              </a:rPr>
              <a:t>(</a:t>
            </a:r>
            <a:r>
              <a:rPr lang="fr-FR" altLang="zh-CN" i="1">
                <a:solidFill>
                  <a:srgbClr val="FF0000"/>
                </a:solidFill>
                <a:latin typeface="Times New Roman" panose="02020603050405020304" pitchFamily="18" charset="0"/>
              </a:rPr>
              <a:t>x</a:t>
            </a:r>
            <a:r>
              <a:rPr lang="fr-FR" altLang="zh-CN">
                <a:latin typeface="Times New Roman" panose="02020603050405020304" pitchFamily="18" charset="0"/>
              </a:rPr>
              <a:t>)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</a:t>
            </a:r>
            <a:r>
              <a:rPr lang="fr-FR" altLang="zh-CN" i="1">
                <a:latin typeface="Times New Roman" panose="02020603050405020304" pitchFamily="18" charset="0"/>
              </a:rPr>
              <a:t>y</a:t>
            </a:r>
            <a:r>
              <a:rPr lang="fr-FR" altLang="zh-CN">
                <a:latin typeface="Times New Roman" panose="02020603050405020304" pitchFamily="18" charset="0"/>
              </a:rPr>
              <a:t>(</a:t>
            </a:r>
            <a:r>
              <a:rPr lang="fr-FR" altLang="zh-CN" i="1">
                <a:latin typeface="Times New Roman" panose="02020603050405020304" pitchFamily="18" charset="0"/>
              </a:rPr>
              <a:t>G</a:t>
            </a:r>
            <a:r>
              <a:rPr lang="fr-FR" altLang="zh-CN">
                <a:latin typeface="Times New Roman" panose="02020603050405020304" pitchFamily="18" charset="0"/>
              </a:rPr>
              <a:t>(</a:t>
            </a:r>
            <a:r>
              <a:rPr lang="fr-FR" altLang="zh-CN" i="1">
                <a:solidFill>
                  <a:srgbClr val="FF00FF"/>
                </a:solidFill>
                <a:latin typeface="Times New Roman" panose="02020603050405020304" pitchFamily="18" charset="0"/>
              </a:rPr>
              <a:t>z</a:t>
            </a:r>
            <a:r>
              <a:rPr lang="fr-FR" altLang="zh-CN">
                <a:latin typeface="Times New Roman" panose="02020603050405020304" pitchFamily="18" charset="0"/>
              </a:rPr>
              <a:t>,</a:t>
            </a:r>
            <a:r>
              <a:rPr lang="fr-FR" altLang="zh-CN" i="1">
                <a:latin typeface="Times New Roman" panose="02020603050405020304" pitchFamily="18" charset="0"/>
              </a:rPr>
              <a:t>y</a:t>
            </a:r>
            <a:r>
              <a:rPr lang="fr-FR" altLang="zh-CN">
                <a:latin typeface="Times New Roman" panose="02020603050405020304" pitchFamily="18" charset="0"/>
              </a:rPr>
              <a:t>)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fr-FR" altLang="zh-CN" i="1">
                <a:latin typeface="Times New Roman" panose="02020603050405020304" pitchFamily="18" charset="0"/>
              </a:rPr>
              <a:t>H</a:t>
            </a:r>
            <a:r>
              <a:rPr lang="fr-FR" altLang="zh-CN">
                <a:latin typeface="Times New Roman" panose="02020603050405020304" pitchFamily="18" charset="0"/>
              </a:rPr>
              <a:t>(</a:t>
            </a:r>
            <a:r>
              <a:rPr lang="fr-FR" altLang="zh-CN" i="1">
                <a:solidFill>
                  <a:srgbClr val="FF00FF"/>
                </a:solidFill>
                <a:latin typeface="Times New Roman" panose="02020603050405020304" pitchFamily="18" charset="0"/>
              </a:rPr>
              <a:t>z</a:t>
            </a:r>
            <a:r>
              <a:rPr lang="fr-FR" altLang="zh-CN">
                <a:latin typeface="Times New Roman" panose="02020603050405020304" pitchFamily="18" charset="0"/>
              </a:rPr>
              <a:t>,</a:t>
            </a:r>
            <a:r>
              <a:rPr lang="fr-FR" altLang="zh-CN" i="1">
                <a:latin typeface="Times New Roman" panose="02020603050405020304" pitchFamily="18" charset="0"/>
              </a:rPr>
              <a:t>y</a:t>
            </a:r>
            <a:r>
              <a:rPr lang="fr-FR" altLang="zh-CN">
                <a:latin typeface="Times New Roman" panose="02020603050405020304" pitchFamily="18" charset="0"/>
              </a:rPr>
              <a:t>))</a:t>
            </a:r>
            <a:endParaRPr lang="fr-FR" altLang="zh-CN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90000"/>
              </a:lnSpc>
            </a:pPr>
            <a:r>
              <a:rPr lang="fr-FR" altLang="zh-CN">
                <a:latin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fr-FR" altLang="zh-CN">
                <a:latin typeface="Times New Roman" panose="02020603050405020304" pitchFamily="18" charset="0"/>
              </a:rPr>
              <a:t> 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lang="fr-FR" altLang="zh-CN" i="1">
                <a:solidFill>
                  <a:srgbClr val="FF0000"/>
                </a:solidFill>
                <a:latin typeface="Times New Roman" panose="02020603050405020304" pitchFamily="18" charset="0"/>
              </a:rPr>
              <a:t>x</a:t>
            </a:r>
            <a:r>
              <a:rPr lang="fr-FR" altLang="zh-CN">
                <a:latin typeface="Times New Roman" panose="02020603050405020304" pitchFamily="18" charset="0"/>
              </a:rPr>
              <a:t>(</a:t>
            </a:r>
            <a:r>
              <a:rPr lang="fr-FR" altLang="zh-CN" i="1">
                <a:latin typeface="Times New Roman" panose="02020603050405020304" pitchFamily="18" charset="0"/>
              </a:rPr>
              <a:t>F</a:t>
            </a:r>
            <a:r>
              <a:rPr lang="fr-FR" altLang="zh-CN">
                <a:latin typeface="Times New Roman" panose="02020603050405020304" pitchFamily="18" charset="0"/>
              </a:rPr>
              <a:t>(</a:t>
            </a:r>
            <a:r>
              <a:rPr lang="fr-FR" altLang="zh-CN" i="1">
                <a:solidFill>
                  <a:srgbClr val="FF0000"/>
                </a:solidFill>
                <a:latin typeface="Times New Roman" panose="02020603050405020304" pitchFamily="18" charset="0"/>
              </a:rPr>
              <a:t>x</a:t>
            </a:r>
            <a:r>
              <a:rPr lang="fr-FR" altLang="zh-CN">
                <a:latin typeface="Times New Roman" panose="02020603050405020304" pitchFamily="18" charset="0"/>
              </a:rPr>
              <a:t>)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</a:t>
            </a:r>
            <a:r>
              <a:rPr lang="fr-FR" altLang="zh-CN" i="1">
                <a:latin typeface="Times New Roman" panose="02020603050405020304" pitchFamily="18" charset="0"/>
              </a:rPr>
              <a:t>y</a:t>
            </a:r>
            <a:r>
              <a:rPr lang="fr-FR" altLang="zh-CN">
                <a:latin typeface="Times New Roman" panose="02020603050405020304" pitchFamily="18" charset="0"/>
              </a:rPr>
              <a:t>(</a:t>
            </a:r>
            <a:r>
              <a:rPr lang="fr-FR" altLang="zh-CN" i="1">
                <a:latin typeface="Times New Roman" panose="02020603050405020304" pitchFamily="18" charset="0"/>
              </a:rPr>
              <a:t>G</a:t>
            </a:r>
            <a:r>
              <a:rPr lang="fr-FR" altLang="zh-CN">
                <a:latin typeface="Times New Roman" panose="02020603050405020304" pitchFamily="18" charset="0"/>
              </a:rPr>
              <a:t>(</a:t>
            </a:r>
            <a:r>
              <a:rPr lang="fr-FR" altLang="zh-CN" i="1">
                <a:solidFill>
                  <a:srgbClr val="FF00FF"/>
                </a:solidFill>
                <a:latin typeface="Times New Roman" panose="02020603050405020304" pitchFamily="18" charset="0"/>
              </a:rPr>
              <a:t>z</a:t>
            </a:r>
            <a:r>
              <a:rPr lang="fr-FR" altLang="zh-CN">
                <a:latin typeface="Times New Roman" panose="02020603050405020304" pitchFamily="18" charset="0"/>
              </a:rPr>
              <a:t>,</a:t>
            </a:r>
            <a:r>
              <a:rPr lang="fr-FR" altLang="zh-CN" i="1">
                <a:latin typeface="Times New Roman" panose="02020603050405020304" pitchFamily="18" charset="0"/>
              </a:rPr>
              <a:t>y</a:t>
            </a:r>
            <a:r>
              <a:rPr lang="fr-FR" altLang="zh-CN">
                <a:latin typeface="Times New Roman" panose="02020603050405020304" pitchFamily="18" charset="0"/>
              </a:rPr>
              <a:t>)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fr-FR" altLang="zh-CN" i="1">
                <a:latin typeface="Times New Roman" panose="02020603050405020304" pitchFamily="18" charset="0"/>
              </a:rPr>
              <a:t>H</a:t>
            </a:r>
            <a:r>
              <a:rPr lang="fr-FR" altLang="zh-CN">
                <a:latin typeface="Times New Roman" panose="02020603050405020304" pitchFamily="18" charset="0"/>
              </a:rPr>
              <a:t>(</a:t>
            </a:r>
            <a:r>
              <a:rPr lang="fr-FR" altLang="zh-CN" i="1">
                <a:solidFill>
                  <a:srgbClr val="FF00FF"/>
                </a:solidFill>
                <a:latin typeface="Times New Roman" panose="02020603050405020304" pitchFamily="18" charset="0"/>
              </a:rPr>
              <a:t>z</a:t>
            </a:r>
            <a:r>
              <a:rPr lang="fr-FR" altLang="zh-CN">
                <a:latin typeface="Times New Roman" panose="02020603050405020304" pitchFamily="18" charset="0"/>
              </a:rPr>
              <a:t>,</a:t>
            </a:r>
            <a:r>
              <a:rPr lang="fr-FR" altLang="zh-CN" i="1">
                <a:latin typeface="Times New Roman" panose="02020603050405020304" pitchFamily="18" charset="0"/>
              </a:rPr>
              <a:t>y</a:t>
            </a:r>
            <a:r>
              <a:rPr lang="fr-FR" altLang="zh-CN">
                <a:latin typeface="Times New Roman" panose="02020603050405020304" pitchFamily="18" charset="0"/>
              </a:rPr>
              <a:t>))</a:t>
            </a:r>
            <a:endParaRPr lang="fr-FR" altLang="zh-CN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90000"/>
              </a:lnSpc>
            </a:pPr>
            <a:r>
              <a:rPr lang="fr-FR" altLang="zh-CN">
                <a:latin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fr-FR" altLang="zh-CN">
                <a:latin typeface="Times New Roman" panose="02020603050405020304" pitchFamily="18" charset="0"/>
              </a:rPr>
              <a:t> 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lang="fr-FR" altLang="zh-CN" i="1">
                <a:solidFill>
                  <a:srgbClr val="FF00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lang="fr-FR" altLang="zh-CN" i="1">
                <a:latin typeface="Times New Roman" panose="02020603050405020304" pitchFamily="18" charset="0"/>
              </a:rPr>
              <a:t>y</a:t>
            </a:r>
            <a:r>
              <a:rPr lang="fr-FR" altLang="zh-CN">
                <a:latin typeface="Times New Roman" panose="02020603050405020304" pitchFamily="18" charset="0"/>
              </a:rPr>
              <a:t>(</a:t>
            </a:r>
            <a:r>
              <a:rPr lang="fr-FR" altLang="zh-CN" i="1">
                <a:latin typeface="Times New Roman" panose="02020603050405020304" pitchFamily="18" charset="0"/>
              </a:rPr>
              <a:t>F</a:t>
            </a:r>
            <a:r>
              <a:rPr lang="fr-FR" altLang="zh-CN">
                <a:latin typeface="Times New Roman" panose="02020603050405020304" pitchFamily="18" charset="0"/>
              </a:rPr>
              <a:t>(</a:t>
            </a:r>
            <a:r>
              <a:rPr lang="fr-FR" altLang="zh-CN" i="1">
                <a:solidFill>
                  <a:srgbClr val="FF0000"/>
                </a:solidFill>
                <a:latin typeface="Times New Roman" panose="02020603050405020304" pitchFamily="18" charset="0"/>
              </a:rPr>
              <a:t>x</a:t>
            </a:r>
            <a:r>
              <a:rPr lang="fr-FR" altLang="zh-CN">
                <a:latin typeface="Times New Roman" panose="02020603050405020304" pitchFamily="18" charset="0"/>
              </a:rPr>
              <a:t>)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fr-FR" altLang="zh-CN">
                <a:latin typeface="Times New Roman" panose="02020603050405020304" pitchFamily="18" charset="0"/>
              </a:rPr>
              <a:t>(</a:t>
            </a:r>
            <a:r>
              <a:rPr lang="fr-FR" altLang="zh-CN" i="1">
                <a:latin typeface="Times New Roman" panose="02020603050405020304" pitchFamily="18" charset="0"/>
              </a:rPr>
              <a:t>G</a:t>
            </a:r>
            <a:r>
              <a:rPr lang="fr-FR" altLang="zh-CN">
                <a:latin typeface="Times New Roman" panose="02020603050405020304" pitchFamily="18" charset="0"/>
              </a:rPr>
              <a:t>(</a:t>
            </a:r>
            <a:r>
              <a:rPr lang="fr-FR" altLang="zh-CN" i="1">
                <a:solidFill>
                  <a:srgbClr val="FF00FF"/>
                </a:solidFill>
                <a:latin typeface="Times New Roman" panose="02020603050405020304" pitchFamily="18" charset="0"/>
              </a:rPr>
              <a:t>z</a:t>
            </a:r>
            <a:r>
              <a:rPr lang="fr-FR" altLang="zh-CN">
                <a:latin typeface="Times New Roman" panose="02020603050405020304" pitchFamily="18" charset="0"/>
              </a:rPr>
              <a:t>,</a:t>
            </a:r>
            <a:r>
              <a:rPr lang="fr-FR" altLang="zh-CN" i="1">
                <a:latin typeface="Times New Roman" panose="02020603050405020304" pitchFamily="18" charset="0"/>
              </a:rPr>
              <a:t>y</a:t>
            </a:r>
            <a:r>
              <a:rPr lang="fr-FR" altLang="zh-CN">
                <a:latin typeface="Times New Roman" panose="02020603050405020304" pitchFamily="18" charset="0"/>
              </a:rPr>
              <a:t>)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fr-FR" altLang="zh-CN" i="1">
                <a:latin typeface="Times New Roman" panose="02020603050405020304" pitchFamily="18" charset="0"/>
              </a:rPr>
              <a:t>H</a:t>
            </a:r>
            <a:r>
              <a:rPr lang="fr-FR" altLang="zh-CN">
                <a:latin typeface="Times New Roman" panose="02020603050405020304" pitchFamily="18" charset="0"/>
              </a:rPr>
              <a:t>(</a:t>
            </a:r>
            <a:r>
              <a:rPr lang="fr-FR" altLang="zh-CN" i="1">
                <a:solidFill>
                  <a:srgbClr val="FF00FF"/>
                </a:solidFill>
                <a:latin typeface="Times New Roman" panose="02020603050405020304" pitchFamily="18" charset="0"/>
              </a:rPr>
              <a:t>z</a:t>
            </a:r>
            <a:r>
              <a:rPr lang="fr-FR" altLang="zh-CN">
                <a:latin typeface="Times New Roman" panose="02020603050405020304" pitchFamily="18" charset="0"/>
              </a:rPr>
              <a:t>,</a:t>
            </a:r>
            <a:r>
              <a:rPr lang="fr-FR" altLang="zh-CN" i="1">
                <a:latin typeface="Times New Roman" panose="02020603050405020304" pitchFamily="18" charset="0"/>
              </a:rPr>
              <a:t>y</a:t>
            </a:r>
            <a:r>
              <a:rPr lang="fr-FR" altLang="zh-CN">
                <a:latin typeface="Times New Roman" panose="02020603050405020304" pitchFamily="18" charset="0"/>
              </a:rPr>
              <a:t>))) </a:t>
            </a:r>
            <a:endParaRPr lang="en-US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440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440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4068" grpId="0"/>
      <p:bldP spid="34406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灯片编号占位符 5">
            <a:extLst>
              <a:ext uri="{FF2B5EF4-FFF2-40B4-BE49-F238E27FC236}">
                <a16:creationId xmlns:a16="http://schemas.microsoft.com/office/drawing/2014/main" id="{9A81A411-DAB9-47A9-A25D-D6F3F06D6E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F0FB5A25-A3CD-4384-8D68-17BE986F2911}" type="slidenum">
              <a:rPr lang="en-US" altLang="zh-CN" sz="1400" b="0"/>
              <a:pPr>
                <a:spcBef>
                  <a:spcPct val="0"/>
                </a:spcBef>
                <a:buClrTx/>
                <a:buFontTx/>
                <a:buNone/>
              </a:pPr>
              <a:t>6</a:t>
            </a:fld>
            <a:endParaRPr lang="en-US" altLang="zh-CN" sz="1400" b="0"/>
          </a:p>
        </p:txBody>
      </p:sp>
      <p:sp>
        <p:nvSpPr>
          <p:cNvPr id="13315" name="Rectangle 2">
            <a:extLst>
              <a:ext uri="{FF2B5EF4-FFF2-40B4-BE49-F238E27FC236}">
                <a16:creationId xmlns:a16="http://schemas.microsoft.com/office/drawing/2014/main" id="{79B3894A-BBF0-42A1-8DAC-7530BE79DCD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zh-CN" altLang="en-US">
                <a:latin typeface="Times New Roman" panose="02020603050405020304" pitchFamily="18" charset="0"/>
              </a:rPr>
              <a:t>练习</a:t>
            </a:r>
            <a:r>
              <a:rPr lang="en-US" altLang="zh-CN"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13316" name="Rectangle 3">
            <a:extLst>
              <a:ext uri="{FF2B5EF4-FFF2-40B4-BE49-F238E27FC236}">
                <a16:creationId xmlns:a16="http://schemas.microsoft.com/office/drawing/2014/main" id="{2006E861-B66B-4512-941F-821CD0A96B8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19113" y="1052513"/>
            <a:ext cx="8229600" cy="1035050"/>
          </a:xfrm>
        </p:spPr>
        <p:txBody>
          <a:bodyPr/>
          <a:lstStyle/>
          <a:p>
            <a:pPr eaLnBrk="1" hangingPunct="1"/>
            <a:r>
              <a:rPr lang="en-US" altLang="zh-CN">
                <a:latin typeface="Times New Roman" panose="02020603050405020304" pitchFamily="18" charset="0"/>
              </a:rPr>
              <a:t>(1) </a:t>
            </a:r>
            <a:r>
              <a:rPr lang="zh-CN" altLang="en-US">
                <a:latin typeface="Times New Roman" panose="02020603050405020304" pitchFamily="18" charset="0"/>
              </a:rPr>
              <a:t>前提：</a:t>
            </a:r>
            <a:r>
              <a:rPr lang="zh-CN" altLang="en-US"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i="1">
                <a:latin typeface="Times New Roman" panose="02020603050405020304" pitchFamily="18" charset="0"/>
              </a:rPr>
              <a:t>x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en-US" altLang="zh-CN" i="1">
                <a:latin typeface="Times New Roman" panose="02020603050405020304" pitchFamily="18" charset="0"/>
              </a:rPr>
              <a:t>F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en-US" altLang="zh-CN" i="1">
                <a:latin typeface="Times New Roman" panose="02020603050405020304" pitchFamily="18" charset="0"/>
              </a:rPr>
              <a:t>x</a:t>
            </a:r>
            <a:r>
              <a:rPr lang="en-US" altLang="zh-CN">
                <a:latin typeface="Times New Roman" panose="02020603050405020304" pitchFamily="18" charset="0"/>
              </a:rPr>
              <a:t>)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i="1">
                <a:latin typeface="Times New Roman" panose="02020603050405020304" pitchFamily="18" charset="0"/>
              </a:rPr>
              <a:t>G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en-US" altLang="zh-CN" i="1">
                <a:latin typeface="Times New Roman" panose="02020603050405020304" pitchFamily="18" charset="0"/>
              </a:rPr>
              <a:t>x</a:t>
            </a:r>
            <a:r>
              <a:rPr lang="en-US" altLang="zh-CN">
                <a:latin typeface="Times New Roman" panose="02020603050405020304" pitchFamily="18" charset="0"/>
              </a:rPr>
              <a:t>)), 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</a:t>
            </a:r>
            <a:r>
              <a:rPr lang="en-US" altLang="zh-CN" i="1">
                <a:latin typeface="Times New Roman" panose="02020603050405020304" pitchFamily="18" charset="0"/>
              </a:rPr>
              <a:t>xG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en-US" altLang="zh-CN" i="1">
                <a:latin typeface="Times New Roman" panose="02020603050405020304" pitchFamily="18" charset="0"/>
              </a:rPr>
              <a:t>x</a:t>
            </a:r>
            <a:r>
              <a:rPr lang="en-US" altLang="zh-CN">
                <a:latin typeface="Times New Roman" panose="02020603050405020304" pitchFamily="18" charset="0"/>
              </a:rPr>
              <a:t>)</a:t>
            </a:r>
          </a:p>
          <a:p>
            <a:pPr eaLnBrk="1" hangingPunct="1">
              <a:spcBef>
                <a:spcPct val="10000"/>
              </a:spcBef>
            </a:pPr>
            <a:r>
              <a:rPr lang="zh-CN" altLang="en-US">
                <a:latin typeface="Times New Roman" panose="02020603050405020304" pitchFamily="18" charset="0"/>
              </a:rPr>
              <a:t>结论：</a:t>
            </a:r>
            <a:r>
              <a:rPr lang="zh-CN" altLang="en-US">
                <a:latin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lang="en-US" altLang="zh-CN" i="1">
                <a:latin typeface="Times New Roman" panose="02020603050405020304" pitchFamily="18" charset="0"/>
              </a:rPr>
              <a:t>xF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en-US" altLang="zh-CN" i="1">
                <a:latin typeface="Times New Roman" panose="02020603050405020304" pitchFamily="18" charset="0"/>
              </a:rPr>
              <a:t>x</a:t>
            </a:r>
            <a:r>
              <a:rPr lang="en-US" altLang="zh-CN">
                <a:latin typeface="Times New Roman" panose="02020603050405020304" pitchFamily="18" charset="0"/>
              </a:rPr>
              <a:t>) </a:t>
            </a:r>
          </a:p>
        </p:txBody>
      </p:sp>
      <p:sp>
        <p:nvSpPr>
          <p:cNvPr id="348164" name="Rectangle 4">
            <a:extLst>
              <a:ext uri="{FF2B5EF4-FFF2-40B4-BE49-F238E27FC236}">
                <a16:creationId xmlns:a16="http://schemas.microsoft.com/office/drawing/2014/main" id="{259311A2-81CE-499A-BC28-C55C06A681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9113" y="1844675"/>
            <a:ext cx="8229600" cy="4679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10000"/>
              </a:spcBef>
            </a:pPr>
            <a:r>
              <a:rPr lang="zh-CN" altLang="en-US" dirty="0">
                <a:latin typeface="Times New Roman" panose="02020603050405020304" pitchFamily="18" charset="0"/>
              </a:rPr>
              <a:t>证明：用归谬法</a:t>
            </a:r>
          </a:p>
          <a:p>
            <a:pPr eaLnBrk="1" hangingPunct="1">
              <a:spcBef>
                <a:spcPct val="10000"/>
              </a:spcBef>
            </a:pPr>
            <a:r>
              <a:rPr lang="zh-CN" altLang="en-US" dirty="0">
                <a:latin typeface="Times New Roman" panose="02020603050405020304" pitchFamily="18" charset="0"/>
              </a:rPr>
              <a:t>① 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</a:t>
            </a:r>
            <a:r>
              <a:rPr lang="en-US" altLang="zh-CN" i="1" dirty="0" err="1">
                <a:latin typeface="Times New Roman" panose="02020603050405020304" pitchFamily="18" charset="0"/>
              </a:rPr>
              <a:t>xF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)                                         </a:t>
            </a:r>
            <a:r>
              <a:rPr lang="zh-CN" altLang="en-US" dirty="0">
                <a:latin typeface="Times New Roman" panose="02020603050405020304" pitchFamily="18" charset="0"/>
              </a:rPr>
              <a:t>结论否定引入</a:t>
            </a:r>
          </a:p>
          <a:p>
            <a:pPr eaLnBrk="1" hangingPunct="1">
              <a:spcBef>
                <a:spcPct val="10000"/>
              </a:spcBef>
            </a:pPr>
            <a:r>
              <a:rPr lang="zh-CN" altLang="en-US" dirty="0">
                <a:latin typeface="Times New Roman" panose="02020603050405020304" pitchFamily="18" charset="0"/>
              </a:rPr>
              <a:t>② 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i="1" dirty="0" err="1">
                <a:latin typeface="Times New Roman" panose="02020603050405020304" pitchFamily="18" charset="0"/>
              </a:rPr>
              <a:t>x</a:t>
            </a:r>
            <a:r>
              <a:rPr lang="en-US" altLang="zh-CN" dirty="0" err="1">
                <a:latin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i="1" dirty="0" err="1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)                                         ①</a:t>
            </a:r>
            <a:r>
              <a:rPr lang="zh-CN" altLang="en-US" dirty="0">
                <a:latin typeface="Times New Roman" panose="02020603050405020304" pitchFamily="18" charset="0"/>
              </a:rPr>
              <a:t>置换</a:t>
            </a:r>
          </a:p>
          <a:p>
            <a:pPr eaLnBrk="1" hangingPunct="1">
              <a:spcBef>
                <a:spcPct val="10000"/>
              </a:spcBef>
            </a:pPr>
            <a:r>
              <a:rPr lang="zh-CN" altLang="en-US" dirty="0">
                <a:latin typeface="Times New Roman" panose="02020603050405020304" pitchFamily="18" charset="0"/>
              </a:rPr>
              <a:t>③ 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</a:t>
            </a:r>
            <a:r>
              <a:rPr lang="en-US" altLang="zh-CN" i="1" dirty="0" err="1">
                <a:latin typeface="Times New Roman" panose="02020603050405020304" pitchFamily="18" charset="0"/>
              </a:rPr>
              <a:t>xG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)                                         </a:t>
            </a:r>
            <a:r>
              <a:rPr lang="zh-CN" altLang="en-US" dirty="0">
                <a:latin typeface="Times New Roman" panose="02020603050405020304" pitchFamily="18" charset="0"/>
              </a:rPr>
              <a:t>前提引入</a:t>
            </a:r>
          </a:p>
          <a:p>
            <a:pPr eaLnBrk="1" hangingPunct="1">
              <a:spcBef>
                <a:spcPct val="10000"/>
              </a:spcBef>
            </a:pPr>
            <a:r>
              <a:rPr lang="zh-CN" altLang="en-US" dirty="0">
                <a:latin typeface="Times New Roman" panose="02020603050405020304" pitchFamily="18" charset="0"/>
              </a:rPr>
              <a:t>④ 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i="1" dirty="0" err="1">
                <a:latin typeface="Times New Roman" panose="02020603050405020304" pitchFamily="18" charset="0"/>
              </a:rPr>
              <a:t>x</a:t>
            </a:r>
            <a:r>
              <a:rPr lang="en-US" altLang="zh-CN" dirty="0" err="1">
                <a:latin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i="1" dirty="0" err="1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)                                         ③</a:t>
            </a:r>
            <a:r>
              <a:rPr lang="zh-CN" altLang="en-US" dirty="0">
                <a:latin typeface="Times New Roman" panose="02020603050405020304" pitchFamily="18" charset="0"/>
              </a:rPr>
              <a:t>置换</a:t>
            </a:r>
          </a:p>
          <a:p>
            <a:pPr eaLnBrk="1" hangingPunct="1">
              <a:spcBef>
                <a:spcPct val="10000"/>
              </a:spcBef>
            </a:pPr>
            <a:r>
              <a:rPr lang="zh-CN" altLang="en-US" dirty="0">
                <a:latin typeface="Times New Roman" panose="02020603050405020304" pitchFamily="18" charset="0"/>
              </a:rPr>
              <a:t>⑤ 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))                               </a:t>
            </a:r>
            <a:r>
              <a:rPr lang="zh-CN" altLang="en-US" dirty="0">
                <a:latin typeface="Times New Roman" panose="02020603050405020304" pitchFamily="18" charset="0"/>
              </a:rPr>
              <a:t>前提引入</a:t>
            </a:r>
          </a:p>
          <a:p>
            <a:pPr eaLnBrk="1" hangingPunct="1">
              <a:spcBef>
                <a:spcPct val="10000"/>
              </a:spcBef>
            </a:pP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⑥ 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603050405020304" pitchFamily="18" charset="0"/>
              </a:rPr>
              <a:t>c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)                                              ②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US</a:t>
            </a:r>
            <a:endParaRPr lang="en-US" altLang="zh-CN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eaLnBrk="1" hangingPunct="1">
              <a:spcBef>
                <a:spcPct val="10000"/>
              </a:spcBef>
            </a:pP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⑦ 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603050405020304" pitchFamily="18" charset="0"/>
              </a:rPr>
              <a:t>c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)                                              ④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US</a:t>
            </a:r>
            <a:endParaRPr lang="en-US" altLang="zh-CN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eaLnBrk="1" hangingPunct="1">
              <a:spcBef>
                <a:spcPct val="10000"/>
              </a:spcBef>
            </a:pP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⑧ 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603050405020304" pitchFamily="18" charset="0"/>
              </a:rPr>
              <a:t>c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)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603050405020304" pitchFamily="18" charset="0"/>
              </a:rPr>
              <a:t>c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)                                        ⑤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US</a:t>
            </a:r>
            <a:endParaRPr lang="en-US" altLang="zh-CN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eaLnBrk="1" hangingPunct="1">
              <a:spcBef>
                <a:spcPct val="10000"/>
              </a:spcBef>
            </a:pPr>
            <a:r>
              <a:rPr lang="en-US" altLang="zh-CN" dirty="0">
                <a:latin typeface="Times New Roman" panose="02020603050405020304" pitchFamily="18" charset="0"/>
              </a:rPr>
              <a:t>⑨ 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c</a:t>
            </a:r>
            <a:r>
              <a:rPr lang="en-US" altLang="zh-CN" dirty="0">
                <a:latin typeface="Times New Roman" panose="02020603050405020304" pitchFamily="18" charset="0"/>
              </a:rPr>
              <a:t>)                                                 ⑥⑧</a:t>
            </a:r>
            <a:r>
              <a:rPr lang="zh-CN" altLang="en-US" dirty="0">
                <a:latin typeface="Times New Roman" panose="02020603050405020304" pitchFamily="18" charset="0"/>
              </a:rPr>
              <a:t>析取三段论</a:t>
            </a:r>
          </a:p>
          <a:p>
            <a:pPr eaLnBrk="1" hangingPunct="1">
              <a:spcBef>
                <a:spcPct val="10000"/>
              </a:spcBef>
            </a:pPr>
            <a:r>
              <a:rPr lang="zh-CN" altLang="en-US" dirty="0">
                <a:latin typeface="Times New Roman" panose="02020603050405020304" pitchFamily="18" charset="0"/>
              </a:rPr>
              <a:t>⑩ 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c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c</a:t>
            </a:r>
            <a:r>
              <a:rPr lang="en-US" altLang="zh-CN" dirty="0">
                <a:latin typeface="Times New Roman" panose="02020603050405020304" pitchFamily="18" charset="0"/>
              </a:rPr>
              <a:t>)                                     ⑦⑨</a:t>
            </a:r>
            <a:r>
              <a:rPr lang="zh-CN" altLang="en-US" dirty="0">
                <a:latin typeface="Times New Roman" panose="02020603050405020304" pitchFamily="18" charset="0"/>
              </a:rPr>
              <a:t>合取引入 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48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816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灯片编号占位符 5">
            <a:extLst>
              <a:ext uri="{FF2B5EF4-FFF2-40B4-BE49-F238E27FC236}">
                <a16:creationId xmlns:a16="http://schemas.microsoft.com/office/drawing/2014/main" id="{88AC6747-634E-4F4E-BA74-5F58D9905E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8C7F6E4E-AC00-4733-8CAC-722F7FF561F9}" type="slidenum">
              <a:rPr lang="en-US" altLang="zh-CN" sz="1400" b="0"/>
              <a:pPr>
                <a:spcBef>
                  <a:spcPct val="0"/>
                </a:spcBef>
                <a:buClrTx/>
                <a:buFontTx/>
                <a:buNone/>
              </a:pPr>
              <a:t>7</a:t>
            </a:fld>
            <a:endParaRPr lang="en-US" altLang="zh-CN" sz="1400" b="0"/>
          </a:p>
        </p:txBody>
      </p:sp>
      <p:sp>
        <p:nvSpPr>
          <p:cNvPr id="15363" name="Rectangle 2">
            <a:extLst>
              <a:ext uri="{FF2B5EF4-FFF2-40B4-BE49-F238E27FC236}">
                <a16:creationId xmlns:a16="http://schemas.microsoft.com/office/drawing/2014/main" id="{567FCF43-F9F0-4893-B7AB-D67BE65AC84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zh-CN" altLang="en-US">
                <a:latin typeface="Times New Roman" panose="02020603050405020304" pitchFamily="18" charset="0"/>
              </a:rPr>
              <a:t>练习</a:t>
            </a:r>
            <a:r>
              <a:rPr lang="en-US" altLang="zh-CN">
                <a:latin typeface="Times New Roman" panose="02020603050405020304" pitchFamily="18" charset="0"/>
              </a:rPr>
              <a:t>4(</a:t>
            </a:r>
            <a:r>
              <a:rPr lang="zh-CN" altLang="en-US">
                <a:latin typeface="Times New Roman" panose="02020603050405020304" pitchFamily="18" charset="0"/>
              </a:rPr>
              <a:t>续</a:t>
            </a:r>
            <a:r>
              <a:rPr lang="en-US" altLang="zh-CN">
                <a:latin typeface="Times New Roman" panose="02020603050405020304" pitchFamily="18" charset="0"/>
              </a:rPr>
              <a:t>)</a:t>
            </a:r>
          </a:p>
        </p:txBody>
      </p:sp>
      <p:sp>
        <p:nvSpPr>
          <p:cNvPr id="15364" name="Rectangle 3">
            <a:extLst>
              <a:ext uri="{FF2B5EF4-FFF2-40B4-BE49-F238E27FC236}">
                <a16:creationId xmlns:a16="http://schemas.microsoft.com/office/drawing/2014/main" id="{A6052F7E-5DD7-415A-BE46-02EDFB52E02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95288" y="1052513"/>
            <a:ext cx="8229600" cy="963612"/>
          </a:xfrm>
        </p:spPr>
        <p:txBody>
          <a:bodyPr/>
          <a:lstStyle/>
          <a:p>
            <a:pPr eaLnBrk="1" hangingPunct="1"/>
            <a:r>
              <a:rPr lang="en-US" altLang="zh-CN">
                <a:latin typeface="Times New Roman" panose="02020603050405020304" pitchFamily="18" charset="0"/>
              </a:rPr>
              <a:t>(2)</a:t>
            </a:r>
            <a:r>
              <a:rPr lang="zh-CN" altLang="en-US">
                <a:latin typeface="Times New Roman" panose="02020603050405020304" pitchFamily="18" charset="0"/>
              </a:rPr>
              <a:t>前提：</a:t>
            </a:r>
            <a:r>
              <a:rPr lang="zh-CN" altLang="en-US"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i="1">
                <a:latin typeface="Times New Roman" panose="02020603050405020304" pitchFamily="18" charset="0"/>
              </a:rPr>
              <a:t>x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en-US" altLang="zh-CN" i="1">
                <a:latin typeface="Times New Roman" panose="02020603050405020304" pitchFamily="18" charset="0"/>
              </a:rPr>
              <a:t>F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en-US" altLang="zh-CN" i="1">
                <a:latin typeface="Times New Roman" panose="02020603050405020304" pitchFamily="18" charset="0"/>
              </a:rPr>
              <a:t>x</a:t>
            </a:r>
            <a:r>
              <a:rPr lang="en-US" altLang="zh-CN">
                <a:latin typeface="Times New Roman" panose="02020603050405020304" pitchFamily="18" charset="0"/>
              </a:rPr>
              <a:t>)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i="1">
                <a:latin typeface="Times New Roman" panose="02020603050405020304" pitchFamily="18" charset="0"/>
              </a:rPr>
              <a:t>G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en-US" altLang="zh-CN" i="1">
                <a:latin typeface="Times New Roman" panose="02020603050405020304" pitchFamily="18" charset="0"/>
              </a:rPr>
              <a:t>x</a:t>
            </a:r>
            <a:r>
              <a:rPr lang="en-US" altLang="zh-CN">
                <a:latin typeface="Times New Roman" panose="02020603050405020304" pitchFamily="18" charset="0"/>
              </a:rPr>
              <a:t>)), 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i="1">
                <a:latin typeface="Times New Roman" panose="02020603050405020304" pitchFamily="18" charset="0"/>
              </a:rPr>
              <a:t>x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en-US" altLang="zh-CN" i="1">
                <a:latin typeface="Times New Roman" panose="02020603050405020304" pitchFamily="18" charset="0"/>
              </a:rPr>
              <a:t>G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en-US" altLang="zh-CN" i="1">
                <a:latin typeface="Times New Roman" panose="02020603050405020304" pitchFamily="18" charset="0"/>
              </a:rPr>
              <a:t>x</a:t>
            </a:r>
            <a:r>
              <a:rPr lang="en-US" altLang="zh-CN">
                <a:latin typeface="Times New Roman" panose="02020603050405020304" pitchFamily="18" charset="0"/>
              </a:rPr>
              <a:t>)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i="1">
                <a:latin typeface="Times New Roman" panose="02020603050405020304" pitchFamily="18" charset="0"/>
              </a:rPr>
              <a:t>H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en-US" altLang="zh-CN" i="1">
                <a:latin typeface="Times New Roman" panose="02020603050405020304" pitchFamily="18" charset="0"/>
              </a:rPr>
              <a:t>x</a:t>
            </a:r>
            <a:r>
              <a:rPr lang="en-US" altLang="zh-CN">
                <a:latin typeface="Times New Roman" panose="02020603050405020304" pitchFamily="18" charset="0"/>
              </a:rPr>
              <a:t>))</a:t>
            </a:r>
          </a:p>
          <a:p>
            <a:pPr eaLnBrk="1" hangingPunct="1"/>
            <a:r>
              <a:rPr lang="zh-CN" altLang="en-US">
                <a:latin typeface="Times New Roman" panose="02020603050405020304" pitchFamily="18" charset="0"/>
              </a:rPr>
              <a:t>结论：</a:t>
            </a:r>
            <a:r>
              <a:rPr lang="zh-CN" altLang="en-US"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i="1">
                <a:latin typeface="Times New Roman" panose="02020603050405020304" pitchFamily="18" charset="0"/>
              </a:rPr>
              <a:t>xF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en-US" altLang="zh-CN" i="1">
                <a:latin typeface="Times New Roman" panose="02020603050405020304" pitchFamily="18" charset="0"/>
              </a:rPr>
              <a:t>x</a:t>
            </a:r>
            <a:r>
              <a:rPr lang="en-US" altLang="zh-CN">
                <a:latin typeface="Times New Roman" panose="02020603050405020304" pitchFamily="18" charset="0"/>
              </a:rPr>
              <a:t>)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</a:t>
            </a:r>
            <a:r>
              <a:rPr lang="en-US" altLang="zh-CN" i="1">
                <a:latin typeface="Times New Roman" panose="02020603050405020304" pitchFamily="18" charset="0"/>
              </a:rPr>
              <a:t>xH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en-US" altLang="zh-CN" i="1">
                <a:latin typeface="Times New Roman" panose="02020603050405020304" pitchFamily="18" charset="0"/>
              </a:rPr>
              <a:t>x</a:t>
            </a:r>
            <a:r>
              <a:rPr lang="en-US" altLang="zh-CN">
                <a:latin typeface="Times New Roman" panose="02020603050405020304" pitchFamily="18" charset="0"/>
              </a:rPr>
              <a:t>)</a:t>
            </a:r>
          </a:p>
        </p:txBody>
      </p:sp>
      <p:sp>
        <p:nvSpPr>
          <p:cNvPr id="350212" name="Rectangle 4">
            <a:extLst>
              <a:ext uri="{FF2B5EF4-FFF2-40B4-BE49-F238E27FC236}">
                <a16:creationId xmlns:a16="http://schemas.microsoft.com/office/drawing/2014/main" id="{D96F3C31-B5CF-4CFB-B427-B97E092449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1889125"/>
            <a:ext cx="8229600" cy="4635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证明</a:t>
            </a:r>
            <a:r>
              <a:rPr lang="en-US" altLang="zh-CN" dirty="0">
                <a:latin typeface="Times New Roman" panose="02020603050405020304" pitchFamily="18" charset="0"/>
              </a:rPr>
              <a:t>: </a:t>
            </a:r>
            <a:r>
              <a:rPr lang="zh-CN" altLang="en-US" dirty="0">
                <a:latin typeface="Times New Roman" panose="02020603050405020304" pitchFamily="18" charset="0"/>
              </a:rPr>
              <a:t>用附加前提法</a:t>
            </a:r>
          </a:p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① 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i="1" dirty="0" err="1">
                <a:latin typeface="Times New Roman" panose="02020603050405020304" pitchFamily="18" charset="0"/>
              </a:rPr>
              <a:t>xF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)                                       </a:t>
            </a:r>
            <a:r>
              <a:rPr lang="zh-CN" altLang="en-US" dirty="0">
                <a:latin typeface="Times New Roman" panose="02020603050405020304" pitchFamily="18" charset="0"/>
              </a:rPr>
              <a:t>附加前提引入</a:t>
            </a:r>
          </a:p>
          <a:p>
            <a:pPr eaLnBrk="1" hangingPunct="1"/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② 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603050405020304" pitchFamily="18" charset="0"/>
              </a:rPr>
              <a:t>c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)                                             ①US</a:t>
            </a:r>
            <a:endParaRPr lang="fr-FR" altLang="zh-CN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eaLnBrk="1" hangingPunct="1"/>
            <a:r>
              <a:rPr lang="fr-FR" altLang="zh-CN" dirty="0">
                <a:latin typeface="Times New Roman" panose="02020603050405020304" pitchFamily="18" charset="0"/>
              </a:rPr>
              <a:t>③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fr-FR" altLang="zh-CN" i="1" dirty="0">
                <a:latin typeface="Times New Roman" panose="02020603050405020304" pitchFamily="18" charset="0"/>
              </a:rPr>
              <a:t>x</a:t>
            </a:r>
            <a:r>
              <a:rPr lang="fr-FR" altLang="zh-CN" dirty="0">
                <a:latin typeface="Times New Roman" panose="02020603050405020304" pitchFamily="18" charset="0"/>
              </a:rPr>
              <a:t>(</a:t>
            </a:r>
            <a:r>
              <a:rPr lang="fr-FR" altLang="zh-CN" i="1" dirty="0">
                <a:latin typeface="Times New Roman" panose="02020603050405020304" pitchFamily="18" charset="0"/>
              </a:rPr>
              <a:t>F</a:t>
            </a:r>
            <a:r>
              <a:rPr lang="fr-FR" altLang="zh-CN" dirty="0">
                <a:latin typeface="Times New Roman" panose="02020603050405020304" pitchFamily="18" charset="0"/>
              </a:rPr>
              <a:t>(</a:t>
            </a:r>
            <a:r>
              <a:rPr lang="fr-FR" altLang="zh-CN" i="1" dirty="0">
                <a:latin typeface="Times New Roman" panose="02020603050405020304" pitchFamily="18" charset="0"/>
              </a:rPr>
              <a:t>x</a:t>
            </a:r>
            <a:r>
              <a:rPr lang="fr-FR" altLang="zh-CN" dirty="0">
                <a:latin typeface="Times New Roman" panose="02020603050405020304" pitchFamily="18" charset="0"/>
              </a:rPr>
              <a:t>)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fr-FR" altLang="zh-CN" i="1" dirty="0">
                <a:latin typeface="Times New Roman" panose="02020603050405020304" pitchFamily="18" charset="0"/>
              </a:rPr>
              <a:t>G</a:t>
            </a:r>
            <a:r>
              <a:rPr lang="fr-FR" altLang="zh-CN" dirty="0">
                <a:latin typeface="Times New Roman" panose="02020603050405020304" pitchFamily="18" charset="0"/>
              </a:rPr>
              <a:t>(</a:t>
            </a:r>
            <a:r>
              <a:rPr lang="fr-FR" altLang="zh-CN" i="1" dirty="0">
                <a:latin typeface="Times New Roman" panose="02020603050405020304" pitchFamily="18" charset="0"/>
              </a:rPr>
              <a:t>x</a:t>
            </a:r>
            <a:r>
              <a:rPr lang="fr-FR" altLang="zh-CN" dirty="0">
                <a:latin typeface="Times New Roman" panose="02020603050405020304" pitchFamily="18" charset="0"/>
              </a:rPr>
              <a:t>))                          </a:t>
            </a:r>
            <a:r>
              <a:rPr lang="zh-CN" altLang="fr-FR" dirty="0">
                <a:latin typeface="Times New Roman" panose="02020603050405020304" pitchFamily="18" charset="0"/>
              </a:rPr>
              <a:t>前提引入</a:t>
            </a:r>
          </a:p>
          <a:p>
            <a:pPr eaLnBrk="1" hangingPunct="1"/>
            <a:r>
              <a:rPr lang="zh-CN" altLang="fr-FR" dirty="0">
                <a:solidFill>
                  <a:srgbClr val="FF0000"/>
                </a:solidFill>
                <a:latin typeface="Times New Roman" panose="02020603050405020304" pitchFamily="18" charset="0"/>
              </a:rPr>
              <a:t>④ </a:t>
            </a:r>
            <a:r>
              <a:rPr lang="fr-FR" altLang="zh-CN" i="1" dirty="0">
                <a:solidFill>
                  <a:srgbClr val="FF0000"/>
                </a:solidFill>
                <a:latin typeface="Times New Roman" panose="02020603050405020304" pitchFamily="18" charset="0"/>
              </a:rPr>
              <a:t>F</a:t>
            </a:r>
            <a:r>
              <a:rPr lang="fr-FR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(</a:t>
            </a:r>
            <a:r>
              <a:rPr lang="fr-FR" altLang="zh-CN" i="1" dirty="0">
                <a:solidFill>
                  <a:srgbClr val="FF0000"/>
                </a:solidFill>
                <a:latin typeface="Times New Roman" panose="02020603050405020304" pitchFamily="18" charset="0"/>
              </a:rPr>
              <a:t>c</a:t>
            </a:r>
            <a:r>
              <a:rPr lang="fr-FR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)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fr-FR" altLang="zh-CN" i="1" dirty="0">
                <a:solidFill>
                  <a:srgbClr val="FF0000"/>
                </a:solidFill>
                <a:latin typeface="Times New Roman" panose="02020603050405020304" pitchFamily="18" charset="0"/>
              </a:rPr>
              <a:t>G</a:t>
            </a:r>
            <a:r>
              <a:rPr lang="fr-FR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(</a:t>
            </a:r>
            <a:r>
              <a:rPr lang="fr-FR" altLang="zh-CN" i="1" dirty="0">
                <a:solidFill>
                  <a:srgbClr val="FF0000"/>
                </a:solidFill>
                <a:latin typeface="Times New Roman" panose="02020603050405020304" pitchFamily="18" charset="0"/>
              </a:rPr>
              <a:t>c</a:t>
            </a:r>
            <a:r>
              <a:rPr lang="fr-FR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)                                  ③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US</a:t>
            </a:r>
            <a:endParaRPr lang="fr-FR" altLang="zh-CN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eaLnBrk="1" hangingPunct="1"/>
            <a:r>
              <a:rPr lang="fr-FR" altLang="zh-CN" dirty="0">
                <a:latin typeface="Times New Roman" panose="02020603050405020304" pitchFamily="18" charset="0"/>
              </a:rPr>
              <a:t>⑤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fr-FR" altLang="zh-CN" i="1" dirty="0">
                <a:latin typeface="Times New Roman" panose="02020603050405020304" pitchFamily="18" charset="0"/>
              </a:rPr>
              <a:t>x</a:t>
            </a:r>
            <a:r>
              <a:rPr lang="fr-FR" altLang="zh-CN" dirty="0">
                <a:latin typeface="Times New Roman" panose="02020603050405020304" pitchFamily="18" charset="0"/>
              </a:rPr>
              <a:t>(</a:t>
            </a:r>
            <a:r>
              <a:rPr lang="fr-FR" altLang="zh-CN" i="1" dirty="0">
                <a:latin typeface="Times New Roman" panose="02020603050405020304" pitchFamily="18" charset="0"/>
              </a:rPr>
              <a:t>G</a:t>
            </a:r>
            <a:r>
              <a:rPr lang="fr-FR" altLang="zh-CN" dirty="0">
                <a:latin typeface="Times New Roman" panose="02020603050405020304" pitchFamily="18" charset="0"/>
              </a:rPr>
              <a:t>(</a:t>
            </a:r>
            <a:r>
              <a:rPr lang="fr-FR" altLang="zh-CN" i="1" dirty="0">
                <a:latin typeface="Times New Roman" panose="02020603050405020304" pitchFamily="18" charset="0"/>
              </a:rPr>
              <a:t>x</a:t>
            </a:r>
            <a:r>
              <a:rPr lang="fr-FR" altLang="zh-CN" dirty="0">
                <a:latin typeface="Times New Roman" panose="02020603050405020304" pitchFamily="18" charset="0"/>
              </a:rPr>
              <a:t>)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fr-FR" altLang="zh-CN" i="1" dirty="0">
                <a:latin typeface="Times New Roman" panose="02020603050405020304" pitchFamily="18" charset="0"/>
              </a:rPr>
              <a:t>H</a:t>
            </a:r>
            <a:r>
              <a:rPr lang="fr-FR" altLang="zh-CN" dirty="0">
                <a:latin typeface="Times New Roman" panose="02020603050405020304" pitchFamily="18" charset="0"/>
              </a:rPr>
              <a:t>(</a:t>
            </a:r>
            <a:r>
              <a:rPr lang="fr-FR" altLang="zh-CN" i="1" dirty="0">
                <a:latin typeface="Times New Roman" panose="02020603050405020304" pitchFamily="18" charset="0"/>
              </a:rPr>
              <a:t>x</a:t>
            </a:r>
            <a:r>
              <a:rPr lang="fr-FR" altLang="zh-CN" dirty="0">
                <a:latin typeface="Times New Roman" panose="02020603050405020304" pitchFamily="18" charset="0"/>
              </a:rPr>
              <a:t>))                          </a:t>
            </a:r>
            <a:r>
              <a:rPr lang="zh-CN" altLang="fr-FR" dirty="0">
                <a:latin typeface="Times New Roman" panose="02020603050405020304" pitchFamily="18" charset="0"/>
              </a:rPr>
              <a:t>前提引入</a:t>
            </a:r>
          </a:p>
          <a:p>
            <a:pPr eaLnBrk="1" hangingPunct="1"/>
            <a:r>
              <a:rPr lang="zh-CN" altLang="fr-FR" dirty="0">
                <a:solidFill>
                  <a:srgbClr val="FF0000"/>
                </a:solidFill>
                <a:latin typeface="Times New Roman" panose="02020603050405020304" pitchFamily="18" charset="0"/>
              </a:rPr>
              <a:t>⑥ </a:t>
            </a:r>
            <a:r>
              <a:rPr lang="fr-FR" altLang="zh-CN" i="1" dirty="0">
                <a:solidFill>
                  <a:srgbClr val="FF0000"/>
                </a:solidFill>
                <a:latin typeface="Times New Roman" panose="02020603050405020304" pitchFamily="18" charset="0"/>
              </a:rPr>
              <a:t>G</a:t>
            </a:r>
            <a:r>
              <a:rPr lang="fr-FR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(</a:t>
            </a:r>
            <a:r>
              <a:rPr lang="fr-FR" altLang="zh-CN" i="1" dirty="0">
                <a:solidFill>
                  <a:srgbClr val="FF0000"/>
                </a:solidFill>
                <a:latin typeface="Times New Roman" panose="02020603050405020304" pitchFamily="18" charset="0"/>
              </a:rPr>
              <a:t>c</a:t>
            </a:r>
            <a:r>
              <a:rPr lang="fr-FR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)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fr-FR" altLang="zh-CN" i="1" dirty="0">
                <a:solidFill>
                  <a:srgbClr val="FF0000"/>
                </a:solidFill>
                <a:latin typeface="Times New Roman" panose="02020603050405020304" pitchFamily="18" charset="0"/>
              </a:rPr>
              <a:t>H</a:t>
            </a:r>
            <a:r>
              <a:rPr lang="fr-FR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(</a:t>
            </a:r>
            <a:r>
              <a:rPr lang="fr-FR" altLang="zh-CN" i="1" dirty="0">
                <a:solidFill>
                  <a:srgbClr val="FF0000"/>
                </a:solidFill>
                <a:latin typeface="Times New Roman" panose="02020603050405020304" pitchFamily="18" charset="0"/>
              </a:rPr>
              <a:t>c</a:t>
            </a:r>
            <a:r>
              <a:rPr lang="fr-FR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)                                  ⑤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US</a:t>
            </a:r>
            <a:endParaRPr lang="fr-FR" altLang="zh-CN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eaLnBrk="1" hangingPunct="1"/>
            <a:r>
              <a:rPr lang="fr-FR" altLang="zh-CN" dirty="0">
                <a:latin typeface="Times New Roman" panose="02020603050405020304" pitchFamily="18" charset="0"/>
              </a:rPr>
              <a:t>⑦ </a:t>
            </a:r>
            <a:r>
              <a:rPr lang="fr-FR" altLang="zh-CN" i="1" dirty="0">
                <a:solidFill>
                  <a:srgbClr val="FF0000"/>
                </a:solidFill>
                <a:latin typeface="Times New Roman" panose="02020603050405020304" pitchFamily="18" charset="0"/>
              </a:rPr>
              <a:t>F</a:t>
            </a:r>
            <a:r>
              <a:rPr lang="fr-FR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(</a:t>
            </a:r>
            <a:r>
              <a:rPr lang="fr-FR" altLang="zh-CN" i="1" dirty="0">
                <a:solidFill>
                  <a:srgbClr val="FF0000"/>
                </a:solidFill>
                <a:latin typeface="Times New Roman" panose="02020603050405020304" pitchFamily="18" charset="0"/>
              </a:rPr>
              <a:t>c</a:t>
            </a:r>
            <a:r>
              <a:rPr lang="fr-FR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)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fr-FR" altLang="zh-CN" i="1" dirty="0">
                <a:solidFill>
                  <a:srgbClr val="FF0000"/>
                </a:solidFill>
                <a:latin typeface="Times New Roman" panose="02020603050405020304" pitchFamily="18" charset="0"/>
              </a:rPr>
              <a:t>H</a:t>
            </a:r>
            <a:r>
              <a:rPr lang="fr-FR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(</a:t>
            </a:r>
            <a:r>
              <a:rPr lang="fr-FR" altLang="zh-CN" i="1" dirty="0">
                <a:solidFill>
                  <a:srgbClr val="FF0000"/>
                </a:solidFill>
                <a:latin typeface="Times New Roman" panose="02020603050405020304" pitchFamily="18" charset="0"/>
              </a:rPr>
              <a:t>c</a:t>
            </a:r>
            <a:r>
              <a:rPr lang="fr-FR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)                                   </a:t>
            </a:r>
            <a:r>
              <a:rPr lang="fr-FR" altLang="zh-CN" dirty="0">
                <a:latin typeface="Times New Roman" panose="02020603050405020304" pitchFamily="18" charset="0"/>
              </a:rPr>
              <a:t>④⑥</a:t>
            </a:r>
            <a:r>
              <a:rPr lang="zh-CN" altLang="fr-FR" dirty="0">
                <a:latin typeface="Times New Roman" panose="02020603050405020304" pitchFamily="18" charset="0"/>
              </a:rPr>
              <a:t>假言三段论</a:t>
            </a:r>
          </a:p>
          <a:p>
            <a:pPr eaLnBrk="1" hangingPunct="1"/>
            <a:r>
              <a:rPr lang="zh-CN" altLang="fr-FR" dirty="0">
                <a:latin typeface="Times New Roman" panose="02020603050405020304" pitchFamily="18" charset="0"/>
              </a:rPr>
              <a:t>⑧ </a:t>
            </a:r>
            <a:r>
              <a:rPr lang="fr-FR" altLang="zh-CN" i="1" dirty="0">
                <a:solidFill>
                  <a:srgbClr val="FF0000"/>
                </a:solidFill>
                <a:latin typeface="Times New Roman" panose="02020603050405020304" pitchFamily="18" charset="0"/>
              </a:rPr>
              <a:t>H</a:t>
            </a:r>
            <a:r>
              <a:rPr lang="fr-FR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(</a:t>
            </a:r>
            <a:r>
              <a:rPr lang="fr-FR" altLang="zh-CN" i="1" dirty="0">
                <a:solidFill>
                  <a:srgbClr val="FF0000"/>
                </a:solidFill>
                <a:latin typeface="Times New Roman" panose="02020603050405020304" pitchFamily="18" charset="0"/>
              </a:rPr>
              <a:t>c</a:t>
            </a:r>
            <a:r>
              <a:rPr lang="fr-FR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)</a:t>
            </a:r>
            <a:r>
              <a:rPr lang="fr-FR" altLang="zh-CN" dirty="0">
                <a:latin typeface="Times New Roman" panose="02020603050405020304" pitchFamily="18" charset="0"/>
              </a:rPr>
              <a:t>                                              ②⑦</a:t>
            </a:r>
            <a:r>
              <a:rPr lang="zh-CN" altLang="fr-FR" dirty="0">
                <a:latin typeface="Times New Roman" panose="02020603050405020304" pitchFamily="18" charset="0"/>
              </a:rPr>
              <a:t>假言推理</a:t>
            </a:r>
          </a:p>
          <a:p>
            <a:pPr eaLnBrk="1" hangingPunct="1"/>
            <a:r>
              <a:rPr lang="zh-CN" altLang="fr-FR" dirty="0">
                <a:latin typeface="Times New Roman" panose="02020603050405020304" pitchFamily="18" charset="0"/>
              </a:rPr>
              <a:t>⑨ 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fr-FR" altLang="zh-CN" i="1" dirty="0">
                <a:latin typeface="Times New Roman" panose="02020603050405020304" pitchFamily="18" charset="0"/>
              </a:rPr>
              <a:t>xH</a:t>
            </a:r>
            <a:r>
              <a:rPr lang="fr-FR" altLang="zh-CN" dirty="0">
                <a:latin typeface="Times New Roman" panose="02020603050405020304" pitchFamily="18" charset="0"/>
              </a:rPr>
              <a:t>(</a:t>
            </a:r>
            <a:r>
              <a:rPr lang="fr-FR" altLang="zh-CN" i="1" dirty="0">
                <a:latin typeface="Times New Roman" panose="02020603050405020304" pitchFamily="18" charset="0"/>
              </a:rPr>
              <a:t>x</a:t>
            </a:r>
            <a:r>
              <a:rPr lang="fr-FR" altLang="zh-CN" dirty="0">
                <a:latin typeface="Times New Roman" panose="02020603050405020304" pitchFamily="18" charset="0"/>
              </a:rPr>
              <a:t>)                                         </a:t>
            </a:r>
            <a:r>
              <a:rPr lang="fr-FR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⑧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UG</a:t>
            </a:r>
            <a:endParaRPr lang="en-US" altLang="zh-CN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50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021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灯片编号占位符 5">
            <a:extLst>
              <a:ext uri="{FF2B5EF4-FFF2-40B4-BE49-F238E27FC236}">
                <a16:creationId xmlns:a16="http://schemas.microsoft.com/office/drawing/2014/main" id="{68DB3FBD-B5E4-47AC-A48F-467040A3E3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4D6D83C5-9317-4097-A548-52657C3C5D33}" type="slidenum">
              <a:rPr lang="en-US" altLang="zh-CN" sz="1400" b="0"/>
              <a:pPr>
                <a:spcBef>
                  <a:spcPct val="0"/>
                </a:spcBef>
                <a:buClrTx/>
                <a:buFontTx/>
                <a:buNone/>
              </a:pPr>
              <a:t>8</a:t>
            </a:fld>
            <a:endParaRPr lang="en-US" altLang="zh-CN" sz="1400" b="0"/>
          </a:p>
        </p:txBody>
      </p:sp>
      <p:sp>
        <p:nvSpPr>
          <p:cNvPr id="17411" name="Rectangle 2">
            <a:extLst>
              <a:ext uri="{FF2B5EF4-FFF2-40B4-BE49-F238E27FC236}">
                <a16:creationId xmlns:a16="http://schemas.microsoft.com/office/drawing/2014/main" id="{1AEE1730-F6D6-4BF5-9919-0440BDA810E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zh-CN" altLang="en-US"/>
              <a:t>练习</a:t>
            </a:r>
            <a:r>
              <a:rPr lang="en-US" altLang="zh-CN">
                <a:latin typeface="Times New Roman" panose="02020603050405020304" pitchFamily="18" charset="0"/>
              </a:rPr>
              <a:t>5</a:t>
            </a:r>
          </a:p>
        </p:txBody>
      </p:sp>
      <p:sp>
        <p:nvSpPr>
          <p:cNvPr id="17412" name="Rectangle 3">
            <a:extLst>
              <a:ext uri="{FF2B5EF4-FFF2-40B4-BE49-F238E27FC236}">
                <a16:creationId xmlns:a16="http://schemas.microsoft.com/office/drawing/2014/main" id="{D8759A66-B2D1-4CE3-AE18-4D001C907BE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19113" y="1241425"/>
            <a:ext cx="8229600" cy="1323975"/>
          </a:xfrm>
        </p:spPr>
        <p:txBody>
          <a:bodyPr/>
          <a:lstStyle/>
          <a:p>
            <a:pPr eaLnBrk="1" hangingPunct="1"/>
            <a:r>
              <a:rPr lang="en-US" altLang="zh-CN">
                <a:latin typeface="Times New Roman" panose="02020603050405020304" pitchFamily="18" charset="0"/>
              </a:rPr>
              <a:t>5. </a:t>
            </a:r>
            <a:r>
              <a:rPr lang="zh-CN" altLang="en-US">
                <a:latin typeface="Times New Roman" panose="02020603050405020304" pitchFamily="18" charset="0"/>
              </a:rPr>
              <a:t>在自然推理系统</a:t>
            </a:r>
            <a:r>
              <a:rPr lang="en-US" altLang="zh-CN" i="1">
                <a:latin typeface="Times New Roman" panose="02020603050405020304" pitchFamily="18" charset="0"/>
              </a:rPr>
              <a:t>N</a:t>
            </a:r>
            <a:r>
              <a:rPr lang="en-US" altLang="zh-CN" i="1" baseline="-25000">
                <a:latin typeface="Palace Script MT" panose="030303020206070C0B05" pitchFamily="66" charset="0"/>
              </a:rPr>
              <a:t>L</a:t>
            </a:r>
            <a:r>
              <a:rPr lang="en-US" altLang="zh-CN">
                <a:latin typeface="Times New Roman" panose="02020603050405020304" pitchFamily="18" charset="0"/>
              </a:rPr>
              <a:t> </a:t>
            </a:r>
            <a:r>
              <a:rPr lang="zh-CN" altLang="en-US">
                <a:latin typeface="Times New Roman" panose="02020603050405020304" pitchFamily="18" charset="0"/>
              </a:rPr>
              <a:t>中，构造推理的证明．</a:t>
            </a:r>
          </a:p>
          <a:p>
            <a:pPr eaLnBrk="1" hangingPunct="1"/>
            <a:r>
              <a:rPr lang="zh-CN" altLang="en-US">
                <a:latin typeface="Times New Roman" panose="02020603050405020304" pitchFamily="18" charset="0"/>
              </a:rPr>
              <a:t>    人都喜欢吃蔬菜．但不是所有的人都喜欢吃鱼．所以</a:t>
            </a:r>
            <a:r>
              <a:rPr lang="en-US" altLang="zh-CN">
                <a:latin typeface="Times New Roman" panose="02020603050405020304" pitchFamily="18" charset="0"/>
              </a:rPr>
              <a:t>, </a:t>
            </a:r>
            <a:r>
              <a:rPr lang="zh-CN" altLang="en-US">
                <a:latin typeface="Times New Roman" panose="02020603050405020304" pitchFamily="18" charset="0"/>
              </a:rPr>
              <a:t>存在喜欢吃蔬菜而不喜欢吃鱼的人．</a:t>
            </a:r>
            <a:endParaRPr lang="zh-CN" altLang="fr-FR">
              <a:latin typeface="Times New Roman" panose="02020603050405020304" pitchFamily="18" charset="0"/>
            </a:endParaRPr>
          </a:p>
        </p:txBody>
      </p:sp>
      <p:sp>
        <p:nvSpPr>
          <p:cNvPr id="358404" name="Rectangle 4">
            <a:extLst>
              <a:ext uri="{FF2B5EF4-FFF2-40B4-BE49-F238E27FC236}">
                <a16:creationId xmlns:a16="http://schemas.microsoft.com/office/drawing/2014/main" id="{020550A5-5D66-4096-A063-9055CBDB2C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2538413"/>
            <a:ext cx="8229600" cy="13223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zh-CN" altLang="en-US">
                <a:latin typeface="Times New Roman" panose="02020603050405020304" pitchFamily="18" charset="0"/>
              </a:rPr>
              <a:t>解 令</a:t>
            </a:r>
            <a:r>
              <a:rPr lang="en-US" altLang="zh-CN" i="1">
                <a:latin typeface="Times New Roman" panose="02020603050405020304" pitchFamily="18" charset="0"/>
              </a:rPr>
              <a:t>F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en-US" altLang="zh-CN" i="1">
                <a:latin typeface="Times New Roman" panose="02020603050405020304" pitchFamily="18" charset="0"/>
              </a:rPr>
              <a:t>x</a:t>
            </a:r>
            <a:r>
              <a:rPr lang="en-US" altLang="zh-CN">
                <a:latin typeface="Times New Roman" panose="02020603050405020304" pitchFamily="18" charset="0"/>
              </a:rPr>
              <a:t>): </a:t>
            </a:r>
            <a:r>
              <a:rPr lang="en-US" altLang="zh-CN" i="1">
                <a:latin typeface="Times New Roman" panose="02020603050405020304" pitchFamily="18" charset="0"/>
              </a:rPr>
              <a:t>x</a:t>
            </a:r>
            <a:r>
              <a:rPr lang="zh-CN" altLang="en-US">
                <a:latin typeface="Times New Roman" panose="02020603050405020304" pitchFamily="18" charset="0"/>
              </a:rPr>
              <a:t>为人，</a:t>
            </a:r>
            <a:r>
              <a:rPr lang="en-US" altLang="zh-CN" i="1">
                <a:latin typeface="Times New Roman" panose="02020603050405020304" pitchFamily="18" charset="0"/>
              </a:rPr>
              <a:t>G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en-US" altLang="zh-CN" i="1">
                <a:latin typeface="Times New Roman" panose="02020603050405020304" pitchFamily="18" charset="0"/>
              </a:rPr>
              <a:t>x</a:t>
            </a:r>
            <a:r>
              <a:rPr lang="en-US" altLang="zh-CN">
                <a:latin typeface="Times New Roman" panose="02020603050405020304" pitchFamily="18" charset="0"/>
              </a:rPr>
              <a:t>): </a:t>
            </a:r>
            <a:r>
              <a:rPr lang="en-US" altLang="zh-CN" i="1">
                <a:latin typeface="Times New Roman" panose="02020603050405020304" pitchFamily="18" charset="0"/>
              </a:rPr>
              <a:t>x</a:t>
            </a:r>
            <a:r>
              <a:rPr lang="zh-CN" altLang="en-US">
                <a:latin typeface="Times New Roman" panose="02020603050405020304" pitchFamily="18" charset="0"/>
              </a:rPr>
              <a:t>喜欢吃蔬菜，</a:t>
            </a:r>
            <a:r>
              <a:rPr lang="en-US" altLang="zh-CN" i="1">
                <a:latin typeface="Times New Roman" panose="02020603050405020304" pitchFamily="18" charset="0"/>
              </a:rPr>
              <a:t>H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en-US" altLang="zh-CN" i="1">
                <a:latin typeface="Times New Roman" panose="02020603050405020304" pitchFamily="18" charset="0"/>
              </a:rPr>
              <a:t>x</a:t>
            </a:r>
            <a:r>
              <a:rPr lang="en-US" altLang="zh-CN">
                <a:latin typeface="Times New Roman" panose="02020603050405020304" pitchFamily="18" charset="0"/>
              </a:rPr>
              <a:t>): </a:t>
            </a:r>
            <a:r>
              <a:rPr lang="en-US" altLang="zh-CN" i="1">
                <a:latin typeface="Times New Roman" panose="02020603050405020304" pitchFamily="18" charset="0"/>
              </a:rPr>
              <a:t>x</a:t>
            </a:r>
            <a:r>
              <a:rPr lang="zh-CN" altLang="en-US">
                <a:latin typeface="Times New Roman" panose="02020603050405020304" pitchFamily="18" charset="0"/>
              </a:rPr>
              <a:t>喜欢吃鱼．</a:t>
            </a:r>
          </a:p>
          <a:p>
            <a:pPr eaLnBrk="1" hangingPunct="1"/>
            <a:r>
              <a:rPr lang="zh-CN" altLang="en-US">
                <a:latin typeface="Times New Roman" panose="02020603050405020304" pitchFamily="18" charset="0"/>
              </a:rPr>
              <a:t>前提：</a:t>
            </a:r>
            <a:r>
              <a:rPr lang="zh-CN" altLang="en-US"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i="1">
                <a:latin typeface="Times New Roman" panose="02020603050405020304" pitchFamily="18" charset="0"/>
              </a:rPr>
              <a:t>x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en-US" altLang="zh-CN" i="1">
                <a:latin typeface="Times New Roman" panose="02020603050405020304" pitchFamily="18" charset="0"/>
              </a:rPr>
              <a:t>F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en-US" altLang="zh-CN" i="1">
                <a:latin typeface="Times New Roman" panose="02020603050405020304" pitchFamily="18" charset="0"/>
              </a:rPr>
              <a:t>x</a:t>
            </a:r>
            <a:r>
              <a:rPr lang="en-US" altLang="zh-CN">
                <a:latin typeface="Times New Roman" panose="02020603050405020304" pitchFamily="18" charset="0"/>
              </a:rPr>
              <a:t>)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i="1">
                <a:latin typeface="Times New Roman" panose="02020603050405020304" pitchFamily="18" charset="0"/>
              </a:rPr>
              <a:t>G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en-US" altLang="zh-CN" i="1">
                <a:latin typeface="Times New Roman" panose="02020603050405020304" pitchFamily="18" charset="0"/>
              </a:rPr>
              <a:t>x</a:t>
            </a:r>
            <a:r>
              <a:rPr lang="en-US" altLang="zh-CN">
                <a:latin typeface="Times New Roman" panose="02020603050405020304" pitchFamily="18" charset="0"/>
              </a:rPr>
              <a:t>)), 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</a:t>
            </a:r>
            <a:r>
              <a:rPr lang="en-US" altLang="zh-CN" i="1">
                <a:latin typeface="Times New Roman" panose="02020603050405020304" pitchFamily="18" charset="0"/>
              </a:rPr>
              <a:t>x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en-US" altLang="zh-CN" i="1">
                <a:latin typeface="Times New Roman" panose="02020603050405020304" pitchFamily="18" charset="0"/>
              </a:rPr>
              <a:t>F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en-US" altLang="zh-CN" i="1">
                <a:latin typeface="Times New Roman" panose="02020603050405020304" pitchFamily="18" charset="0"/>
              </a:rPr>
              <a:t>x</a:t>
            </a:r>
            <a:r>
              <a:rPr lang="en-US" altLang="zh-CN">
                <a:latin typeface="Times New Roman" panose="02020603050405020304" pitchFamily="18" charset="0"/>
              </a:rPr>
              <a:t>)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i="1">
                <a:latin typeface="Times New Roman" panose="02020603050405020304" pitchFamily="18" charset="0"/>
              </a:rPr>
              <a:t>H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en-US" altLang="zh-CN" i="1">
                <a:latin typeface="Times New Roman" panose="02020603050405020304" pitchFamily="18" charset="0"/>
              </a:rPr>
              <a:t>x</a:t>
            </a:r>
            <a:r>
              <a:rPr lang="en-US" altLang="zh-CN">
                <a:latin typeface="Times New Roman" panose="02020603050405020304" pitchFamily="18" charset="0"/>
              </a:rPr>
              <a:t>)) </a:t>
            </a:r>
          </a:p>
          <a:p>
            <a:pPr eaLnBrk="1" hangingPunct="1"/>
            <a:r>
              <a:rPr lang="zh-CN" altLang="en-US">
                <a:latin typeface="Times New Roman" panose="02020603050405020304" pitchFamily="18" charset="0"/>
              </a:rPr>
              <a:t>结论：</a:t>
            </a:r>
            <a:r>
              <a:rPr lang="zh-CN" altLang="en-US">
                <a:latin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lang="en-US" altLang="zh-CN" i="1">
                <a:latin typeface="Times New Roman" panose="02020603050405020304" pitchFamily="18" charset="0"/>
              </a:rPr>
              <a:t>x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en-US" altLang="zh-CN" i="1">
                <a:latin typeface="Times New Roman" panose="02020603050405020304" pitchFamily="18" charset="0"/>
              </a:rPr>
              <a:t>F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en-US" altLang="zh-CN" i="1">
                <a:latin typeface="Times New Roman" panose="02020603050405020304" pitchFamily="18" charset="0"/>
              </a:rPr>
              <a:t>x</a:t>
            </a:r>
            <a:r>
              <a:rPr lang="en-US" altLang="zh-CN">
                <a:latin typeface="Times New Roman" panose="02020603050405020304" pitchFamily="18" charset="0"/>
              </a:rPr>
              <a:t>)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i="1">
                <a:latin typeface="Times New Roman" panose="02020603050405020304" pitchFamily="18" charset="0"/>
              </a:rPr>
              <a:t>G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en-US" altLang="zh-CN" i="1">
                <a:latin typeface="Times New Roman" panose="02020603050405020304" pitchFamily="18" charset="0"/>
              </a:rPr>
              <a:t>x</a:t>
            </a:r>
            <a:r>
              <a:rPr lang="en-US" altLang="zh-CN">
                <a:latin typeface="Times New Roman" panose="02020603050405020304" pitchFamily="18" charset="0"/>
              </a:rPr>
              <a:t>)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</a:t>
            </a:r>
            <a:r>
              <a:rPr lang="en-US" altLang="zh-CN" i="1">
                <a:latin typeface="Times New Roman" panose="02020603050405020304" pitchFamily="18" charset="0"/>
              </a:rPr>
              <a:t>H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en-US" altLang="zh-CN" i="1">
                <a:latin typeface="Times New Roman" panose="02020603050405020304" pitchFamily="18" charset="0"/>
              </a:rPr>
              <a:t>x</a:t>
            </a:r>
            <a:r>
              <a:rPr lang="en-US" altLang="zh-CN">
                <a:latin typeface="Times New Roman" panose="02020603050405020304" pitchFamily="18" charset="0"/>
              </a:rPr>
              <a:t>))</a:t>
            </a:r>
            <a:endParaRPr lang="zh-CN" altLang="fr-FR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58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40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灯片编号占位符 5">
            <a:extLst>
              <a:ext uri="{FF2B5EF4-FFF2-40B4-BE49-F238E27FC236}">
                <a16:creationId xmlns:a16="http://schemas.microsoft.com/office/drawing/2014/main" id="{777948B6-3FFC-4EB9-8EC8-F304052B44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28205517-3AAF-4589-826B-841C91B29984}" type="slidenum">
              <a:rPr lang="en-US" altLang="zh-CN" sz="1400" b="0"/>
              <a:pPr>
                <a:spcBef>
                  <a:spcPct val="0"/>
                </a:spcBef>
                <a:buClrTx/>
                <a:buFontTx/>
                <a:buNone/>
              </a:pPr>
              <a:t>9</a:t>
            </a:fld>
            <a:endParaRPr lang="en-US" altLang="zh-CN" sz="1400" b="0"/>
          </a:p>
        </p:txBody>
      </p:sp>
      <p:sp>
        <p:nvSpPr>
          <p:cNvPr id="19459" name="Rectangle 2">
            <a:extLst>
              <a:ext uri="{FF2B5EF4-FFF2-40B4-BE49-F238E27FC236}">
                <a16:creationId xmlns:a16="http://schemas.microsoft.com/office/drawing/2014/main" id="{6D1D7C1F-7887-4D26-B79C-1F5546E3B45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zh-CN" altLang="en-US"/>
              <a:t>练习</a:t>
            </a:r>
            <a:r>
              <a:rPr lang="en-US" altLang="zh-CN">
                <a:latin typeface="Times New Roman" panose="02020603050405020304" pitchFamily="18" charset="0"/>
              </a:rPr>
              <a:t>5(</a:t>
            </a:r>
            <a:r>
              <a:rPr lang="zh-CN" altLang="en-US">
                <a:latin typeface="Times New Roman" panose="02020603050405020304" pitchFamily="18" charset="0"/>
              </a:rPr>
              <a:t>续</a:t>
            </a:r>
            <a:r>
              <a:rPr lang="en-US" altLang="zh-CN">
                <a:latin typeface="Times New Roman" panose="02020603050405020304" pitchFamily="18" charset="0"/>
              </a:rPr>
              <a:t>)</a:t>
            </a:r>
          </a:p>
        </p:txBody>
      </p:sp>
      <p:sp>
        <p:nvSpPr>
          <p:cNvPr id="19460" name="Rectangle 3">
            <a:extLst>
              <a:ext uri="{FF2B5EF4-FFF2-40B4-BE49-F238E27FC236}">
                <a16:creationId xmlns:a16="http://schemas.microsoft.com/office/drawing/2014/main" id="{ED95E400-D4A9-4370-BD46-767628F6489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03225" y="3673475"/>
            <a:ext cx="8229600" cy="3122613"/>
          </a:xfrm>
        </p:spPr>
        <p:txBody>
          <a:bodyPr/>
          <a:lstStyle/>
          <a:p>
            <a:pPr eaLnBrk="1" hangingPunct="1"/>
            <a:r>
              <a:rPr lang="fr-FR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(6)   </a:t>
            </a:r>
            <a:r>
              <a:rPr lang="fr-FR" altLang="zh-CN" i="1" dirty="0">
                <a:solidFill>
                  <a:srgbClr val="FF0000"/>
                </a:solidFill>
                <a:latin typeface="Times New Roman" panose="02020603050405020304" pitchFamily="18" charset="0"/>
              </a:rPr>
              <a:t>F</a:t>
            </a:r>
            <a:r>
              <a:rPr lang="fr-FR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(</a:t>
            </a:r>
            <a:r>
              <a:rPr lang="fr-FR" altLang="zh-CN" i="1" dirty="0">
                <a:solidFill>
                  <a:srgbClr val="FF0000"/>
                </a:solidFill>
                <a:latin typeface="Times New Roman" panose="02020603050405020304" pitchFamily="18" charset="0"/>
              </a:rPr>
              <a:t>c</a:t>
            </a:r>
            <a:r>
              <a:rPr lang="fr-FR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)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fr-FR" altLang="zh-CN" i="1" dirty="0">
                <a:solidFill>
                  <a:srgbClr val="FF0000"/>
                </a:solidFill>
                <a:latin typeface="Times New Roman" panose="02020603050405020304" pitchFamily="18" charset="0"/>
              </a:rPr>
              <a:t>G</a:t>
            </a:r>
            <a:r>
              <a:rPr lang="fr-FR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(</a:t>
            </a:r>
            <a:r>
              <a:rPr lang="fr-FR" altLang="zh-CN" i="1" dirty="0">
                <a:solidFill>
                  <a:srgbClr val="FF0000"/>
                </a:solidFill>
                <a:latin typeface="Times New Roman" panose="02020603050405020304" pitchFamily="18" charset="0"/>
              </a:rPr>
              <a:t>c</a:t>
            </a:r>
            <a:r>
              <a:rPr lang="fr-FR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)                                          (5)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US</a:t>
            </a:r>
            <a:endParaRPr lang="fr-FR" altLang="zh-CN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eaLnBrk="1" hangingPunct="1"/>
            <a:r>
              <a:rPr lang="fr-FR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(7)   </a:t>
            </a:r>
            <a:r>
              <a:rPr lang="fr-FR" altLang="zh-CN" i="1" dirty="0">
                <a:solidFill>
                  <a:srgbClr val="FF0000"/>
                </a:solidFill>
                <a:latin typeface="Times New Roman" panose="02020603050405020304" pitchFamily="18" charset="0"/>
              </a:rPr>
              <a:t>F</a:t>
            </a:r>
            <a:r>
              <a:rPr lang="fr-FR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(</a:t>
            </a:r>
            <a:r>
              <a:rPr lang="fr-FR" altLang="zh-CN" i="1" dirty="0">
                <a:solidFill>
                  <a:srgbClr val="FF0000"/>
                </a:solidFill>
                <a:latin typeface="Times New Roman" panose="02020603050405020304" pitchFamily="18" charset="0"/>
              </a:rPr>
              <a:t>c</a:t>
            </a:r>
            <a:r>
              <a:rPr lang="fr-FR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) 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fr-FR" altLang="zh-CN" i="1" dirty="0">
                <a:solidFill>
                  <a:srgbClr val="FF0000"/>
                </a:solidFill>
                <a:latin typeface="Times New Roman" panose="02020603050405020304" pitchFamily="18" charset="0"/>
              </a:rPr>
              <a:t>F</a:t>
            </a:r>
            <a:r>
              <a:rPr lang="fr-FR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(</a:t>
            </a:r>
            <a:r>
              <a:rPr lang="fr-FR" altLang="zh-CN" i="1" dirty="0">
                <a:solidFill>
                  <a:srgbClr val="FF0000"/>
                </a:solidFill>
                <a:latin typeface="Times New Roman" panose="02020603050405020304" pitchFamily="18" charset="0"/>
              </a:rPr>
              <a:t>c</a:t>
            </a:r>
            <a:r>
              <a:rPr lang="fr-FR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)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fr-FR" altLang="zh-CN" i="1" dirty="0">
                <a:solidFill>
                  <a:srgbClr val="FF0000"/>
                </a:solidFill>
                <a:latin typeface="Times New Roman" panose="02020603050405020304" pitchFamily="18" charset="0"/>
              </a:rPr>
              <a:t>H</a:t>
            </a:r>
            <a:r>
              <a:rPr lang="fr-FR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(</a:t>
            </a:r>
            <a:r>
              <a:rPr lang="fr-FR" altLang="zh-CN" i="1" dirty="0">
                <a:solidFill>
                  <a:srgbClr val="FF0000"/>
                </a:solidFill>
                <a:latin typeface="Times New Roman" panose="02020603050405020304" pitchFamily="18" charset="0"/>
              </a:rPr>
              <a:t>c</a:t>
            </a:r>
            <a:r>
              <a:rPr lang="fr-FR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)                           </a:t>
            </a:r>
            <a:r>
              <a:rPr lang="fr-FR" altLang="zh-CN" dirty="0">
                <a:latin typeface="Times New Roman" panose="02020603050405020304" pitchFamily="18" charset="0"/>
              </a:rPr>
              <a:t>(4)(6)</a:t>
            </a:r>
            <a:r>
              <a:rPr lang="zh-CN" altLang="fr-FR" dirty="0">
                <a:latin typeface="Times New Roman" panose="02020603050405020304" pitchFamily="18" charset="0"/>
              </a:rPr>
              <a:t>假言三段论</a:t>
            </a:r>
          </a:p>
          <a:p>
            <a:pPr eaLnBrk="1" hangingPunct="1"/>
            <a:r>
              <a:rPr lang="fr-FR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(8)   </a:t>
            </a:r>
            <a:r>
              <a:rPr lang="fr-FR" altLang="zh-CN" i="1" dirty="0">
                <a:solidFill>
                  <a:srgbClr val="FF0000"/>
                </a:solidFill>
                <a:latin typeface="Times New Roman" panose="02020603050405020304" pitchFamily="18" charset="0"/>
              </a:rPr>
              <a:t>F</a:t>
            </a:r>
            <a:r>
              <a:rPr lang="fr-FR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(</a:t>
            </a:r>
            <a:r>
              <a:rPr lang="fr-FR" altLang="zh-CN" i="1" dirty="0">
                <a:solidFill>
                  <a:srgbClr val="FF0000"/>
                </a:solidFill>
                <a:latin typeface="Times New Roman" panose="02020603050405020304" pitchFamily="18" charset="0"/>
              </a:rPr>
              <a:t>c</a:t>
            </a:r>
            <a:r>
              <a:rPr lang="fr-FR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) 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fr-FR" altLang="zh-CN" i="1" dirty="0">
                <a:solidFill>
                  <a:srgbClr val="FF0000"/>
                </a:solidFill>
                <a:latin typeface="Times New Roman" panose="02020603050405020304" pitchFamily="18" charset="0"/>
              </a:rPr>
              <a:t>H</a:t>
            </a:r>
            <a:r>
              <a:rPr lang="fr-FR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(</a:t>
            </a:r>
            <a:r>
              <a:rPr lang="fr-FR" altLang="zh-CN" i="1" dirty="0">
                <a:solidFill>
                  <a:srgbClr val="FF0000"/>
                </a:solidFill>
                <a:latin typeface="Times New Roman" panose="02020603050405020304" pitchFamily="18" charset="0"/>
              </a:rPr>
              <a:t>c</a:t>
            </a:r>
            <a:r>
              <a:rPr lang="fr-FR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)                                         </a:t>
            </a:r>
            <a:r>
              <a:rPr lang="fr-FR" altLang="zh-CN" dirty="0">
                <a:latin typeface="Times New Roman" panose="02020603050405020304" pitchFamily="18" charset="0"/>
              </a:rPr>
              <a:t>(7)</a:t>
            </a:r>
            <a:r>
              <a:rPr lang="zh-CN" altLang="fr-FR" dirty="0">
                <a:latin typeface="Times New Roman" panose="02020603050405020304" pitchFamily="18" charset="0"/>
              </a:rPr>
              <a:t>置换</a:t>
            </a:r>
          </a:p>
          <a:p>
            <a:pPr eaLnBrk="1" hangingPunct="1"/>
            <a:r>
              <a:rPr lang="fr-FR" altLang="zh-CN" dirty="0">
                <a:latin typeface="Times New Roman" panose="02020603050405020304" pitchFamily="18" charset="0"/>
              </a:rPr>
              <a:t>(9)</a:t>
            </a:r>
            <a:r>
              <a:rPr lang="fr-FR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  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fr-FR" altLang="zh-CN" i="1" dirty="0">
                <a:latin typeface="Times New Roman" panose="02020603050405020304" pitchFamily="18" charset="0"/>
              </a:rPr>
              <a:t>x</a:t>
            </a:r>
            <a:r>
              <a:rPr lang="fr-FR" altLang="zh-CN" dirty="0">
                <a:latin typeface="Times New Roman" panose="02020603050405020304" pitchFamily="18" charset="0"/>
              </a:rPr>
              <a:t>(</a:t>
            </a:r>
            <a:r>
              <a:rPr lang="fr-FR" altLang="zh-CN" i="1" dirty="0">
                <a:latin typeface="Times New Roman" panose="02020603050405020304" pitchFamily="18" charset="0"/>
              </a:rPr>
              <a:t>F</a:t>
            </a:r>
            <a:r>
              <a:rPr lang="fr-FR" altLang="zh-CN" dirty="0">
                <a:latin typeface="Times New Roman" panose="02020603050405020304" pitchFamily="18" charset="0"/>
              </a:rPr>
              <a:t>(</a:t>
            </a:r>
            <a:r>
              <a:rPr lang="fr-FR" altLang="zh-CN" i="1" dirty="0">
                <a:latin typeface="Times New Roman" panose="02020603050405020304" pitchFamily="18" charset="0"/>
              </a:rPr>
              <a:t>x</a:t>
            </a:r>
            <a:r>
              <a:rPr lang="fr-FR" altLang="zh-CN" dirty="0">
                <a:latin typeface="Times New Roman" panose="02020603050405020304" pitchFamily="18" charset="0"/>
              </a:rPr>
              <a:t>)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fr-FR" altLang="zh-CN" i="1" dirty="0">
                <a:latin typeface="Times New Roman" panose="02020603050405020304" pitchFamily="18" charset="0"/>
              </a:rPr>
              <a:t>H</a:t>
            </a:r>
            <a:r>
              <a:rPr lang="fr-FR" altLang="zh-CN" dirty="0">
                <a:latin typeface="Times New Roman" panose="02020603050405020304" pitchFamily="18" charset="0"/>
              </a:rPr>
              <a:t>(</a:t>
            </a:r>
            <a:r>
              <a:rPr lang="fr-FR" altLang="zh-CN" i="1" dirty="0">
                <a:latin typeface="Times New Roman" panose="02020603050405020304" pitchFamily="18" charset="0"/>
              </a:rPr>
              <a:t>x</a:t>
            </a:r>
            <a:r>
              <a:rPr lang="fr-FR" altLang="zh-CN" dirty="0">
                <a:latin typeface="Times New Roman" panose="02020603050405020304" pitchFamily="18" charset="0"/>
              </a:rPr>
              <a:t>))                                 </a:t>
            </a:r>
            <a:r>
              <a:rPr lang="fr-FR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(8)</a:t>
            </a:r>
            <a:r>
              <a:rPr lang="fr-FR" altLang="zh-CN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UG</a:t>
            </a:r>
            <a:endParaRPr lang="fr-FR" altLang="zh-CN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(10)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</a:t>
            </a:r>
            <a:r>
              <a:rPr lang="fr-FR" altLang="zh-CN" i="1" dirty="0">
                <a:latin typeface="Times New Roman" panose="02020603050405020304" pitchFamily="18" charset="0"/>
              </a:rPr>
              <a:t>x</a:t>
            </a:r>
            <a:r>
              <a:rPr lang="fr-FR" altLang="zh-CN" dirty="0">
                <a:latin typeface="Times New Roman" panose="02020603050405020304" pitchFamily="18" charset="0"/>
              </a:rPr>
              <a:t>(</a:t>
            </a:r>
            <a:r>
              <a:rPr lang="fr-FR" altLang="zh-CN" i="1" dirty="0">
                <a:latin typeface="Times New Roman" panose="02020603050405020304" pitchFamily="18" charset="0"/>
              </a:rPr>
              <a:t>F</a:t>
            </a:r>
            <a:r>
              <a:rPr lang="fr-FR" altLang="zh-CN" dirty="0">
                <a:latin typeface="Times New Roman" panose="02020603050405020304" pitchFamily="18" charset="0"/>
              </a:rPr>
              <a:t>(</a:t>
            </a:r>
            <a:r>
              <a:rPr lang="fr-FR" altLang="zh-CN" i="1" dirty="0">
                <a:latin typeface="Times New Roman" panose="02020603050405020304" pitchFamily="18" charset="0"/>
              </a:rPr>
              <a:t>x</a:t>
            </a:r>
            <a:r>
              <a:rPr lang="fr-FR" altLang="zh-CN" dirty="0">
                <a:latin typeface="Times New Roman" panose="02020603050405020304" pitchFamily="18" charset="0"/>
              </a:rPr>
              <a:t>)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fr-FR" altLang="zh-CN" i="1" dirty="0">
                <a:latin typeface="Times New Roman" panose="02020603050405020304" pitchFamily="18" charset="0"/>
              </a:rPr>
              <a:t>H</a:t>
            </a:r>
            <a:r>
              <a:rPr lang="fr-FR" altLang="zh-CN" dirty="0">
                <a:latin typeface="Times New Roman" panose="02020603050405020304" pitchFamily="18" charset="0"/>
              </a:rPr>
              <a:t>(</a:t>
            </a:r>
            <a:r>
              <a:rPr lang="fr-FR" altLang="zh-CN" i="1" dirty="0">
                <a:latin typeface="Times New Roman" panose="02020603050405020304" pitchFamily="18" charset="0"/>
              </a:rPr>
              <a:t>x</a:t>
            </a:r>
            <a:r>
              <a:rPr lang="fr-FR" altLang="zh-CN" dirty="0">
                <a:latin typeface="Times New Roman" panose="02020603050405020304" pitchFamily="18" charset="0"/>
              </a:rPr>
              <a:t>))                              </a:t>
            </a:r>
            <a:r>
              <a:rPr lang="zh-CN" altLang="fr-FR" dirty="0">
                <a:latin typeface="Times New Roman" panose="02020603050405020304" pitchFamily="18" charset="0"/>
              </a:rPr>
              <a:t>前提引入</a:t>
            </a:r>
            <a:endParaRPr lang="zh-CN" altLang="en-US" dirty="0">
              <a:latin typeface="Times New Roman" panose="02020603050405020304" pitchFamily="18" charset="0"/>
            </a:endParaRPr>
          </a:p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(11)  0                                                         (9)(10)</a:t>
            </a:r>
            <a:r>
              <a:rPr lang="zh-CN" altLang="en-US" dirty="0">
                <a:latin typeface="Times New Roman" panose="02020603050405020304" pitchFamily="18" charset="0"/>
              </a:rPr>
              <a:t>合取  </a:t>
            </a:r>
            <a:endParaRPr lang="zh-CN" altLang="fr-FR" dirty="0">
              <a:latin typeface="Times New Roman" panose="02020603050405020304" pitchFamily="18" charset="0"/>
            </a:endParaRPr>
          </a:p>
        </p:txBody>
      </p:sp>
      <p:sp>
        <p:nvSpPr>
          <p:cNvPr id="19461" name="Rectangle 5">
            <a:extLst>
              <a:ext uri="{FF2B5EF4-FFF2-40B4-BE49-F238E27FC236}">
                <a16:creationId xmlns:a16="http://schemas.microsoft.com/office/drawing/2014/main" id="{EE887F12-6A07-4DFA-BCA3-1905BDDB5F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3225" y="1052513"/>
            <a:ext cx="8229600" cy="269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证明：用归谬法</a:t>
            </a:r>
          </a:p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(1)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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</a:t>
            </a:r>
            <a:r>
              <a:rPr lang="en-US" altLang="zh-CN" i="1" dirty="0">
                <a:latin typeface="Times New Roman" panose="02020603050405020304" pitchFamily="18" charset="0"/>
              </a:rPr>
              <a:t>H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))                      </a:t>
            </a:r>
            <a:r>
              <a:rPr lang="zh-CN" altLang="en-US" dirty="0">
                <a:latin typeface="Times New Roman" panose="02020603050405020304" pitchFamily="18" charset="0"/>
              </a:rPr>
              <a:t>结论否定引入</a:t>
            </a:r>
          </a:p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(2)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</a:t>
            </a:r>
            <a:r>
              <a:rPr lang="en-US" altLang="zh-CN" i="1" dirty="0">
                <a:latin typeface="Times New Roman" panose="02020603050405020304" pitchFamily="18" charset="0"/>
              </a:rPr>
              <a:t>H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))                      (1)</a:t>
            </a:r>
            <a:r>
              <a:rPr lang="zh-CN" altLang="en-US" dirty="0">
                <a:latin typeface="Times New Roman" panose="02020603050405020304" pitchFamily="18" charset="0"/>
              </a:rPr>
              <a:t>置换</a:t>
            </a:r>
            <a:endParaRPr lang="zh-CN" altLang="fr-FR" dirty="0">
              <a:latin typeface="Times New Roman" panose="02020603050405020304" pitchFamily="18" charset="0"/>
            </a:endParaRPr>
          </a:p>
          <a:p>
            <a:pPr eaLnBrk="1" hangingPunct="1"/>
            <a:r>
              <a:rPr lang="fr-FR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(3) 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fr-FR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(</a:t>
            </a:r>
            <a:r>
              <a:rPr lang="fr-FR" altLang="zh-CN" i="1" dirty="0">
                <a:solidFill>
                  <a:srgbClr val="FF0000"/>
                </a:solidFill>
                <a:latin typeface="Times New Roman" panose="02020603050405020304" pitchFamily="18" charset="0"/>
              </a:rPr>
              <a:t>F</a:t>
            </a:r>
            <a:r>
              <a:rPr lang="fr-FR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(</a:t>
            </a:r>
            <a:r>
              <a:rPr lang="fr-FR" altLang="zh-CN" i="1" dirty="0">
                <a:solidFill>
                  <a:srgbClr val="FF0000"/>
                </a:solidFill>
                <a:latin typeface="Times New Roman" panose="02020603050405020304" pitchFamily="18" charset="0"/>
              </a:rPr>
              <a:t>c</a:t>
            </a:r>
            <a:r>
              <a:rPr lang="fr-FR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)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fr-FR" altLang="zh-CN" i="1" dirty="0">
                <a:solidFill>
                  <a:srgbClr val="FF0000"/>
                </a:solidFill>
                <a:latin typeface="Times New Roman" panose="02020603050405020304" pitchFamily="18" charset="0"/>
              </a:rPr>
              <a:t>G</a:t>
            </a:r>
            <a:r>
              <a:rPr lang="fr-FR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(</a:t>
            </a:r>
            <a:r>
              <a:rPr lang="fr-FR" altLang="zh-CN" i="1" dirty="0">
                <a:solidFill>
                  <a:srgbClr val="FF0000"/>
                </a:solidFill>
                <a:latin typeface="Times New Roman" panose="02020603050405020304" pitchFamily="18" charset="0"/>
              </a:rPr>
              <a:t>c</a:t>
            </a:r>
            <a:r>
              <a:rPr lang="fr-FR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)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</a:t>
            </a:r>
            <a:r>
              <a:rPr lang="fr-FR" altLang="zh-CN" i="1" dirty="0">
                <a:solidFill>
                  <a:srgbClr val="FF0000"/>
                </a:solidFill>
                <a:latin typeface="Times New Roman" panose="02020603050405020304" pitchFamily="18" charset="0"/>
              </a:rPr>
              <a:t>H</a:t>
            </a:r>
            <a:r>
              <a:rPr lang="fr-FR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(</a:t>
            </a:r>
            <a:r>
              <a:rPr lang="fr-FR" altLang="zh-CN" i="1" dirty="0">
                <a:solidFill>
                  <a:srgbClr val="FF0000"/>
                </a:solidFill>
                <a:latin typeface="Times New Roman" panose="02020603050405020304" pitchFamily="18" charset="0"/>
              </a:rPr>
              <a:t>c</a:t>
            </a:r>
            <a:r>
              <a:rPr lang="fr-FR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))                            (2)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US</a:t>
            </a:r>
            <a:endParaRPr lang="fr-FR" altLang="zh-CN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eaLnBrk="1" hangingPunct="1"/>
            <a:r>
              <a:rPr lang="fr-FR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(4) </a:t>
            </a:r>
            <a:r>
              <a:rPr lang="fr-FR" altLang="zh-CN" i="1" dirty="0">
                <a:solidFill>
                  <a:srgbClr val="FF0000"/>
                </a:solidFill>
                <a:latin typeface="Times New Roman" panose="02020603050405020304" pitchFamily="18" charset="0"/>
              </a:rPr>
              <a:t>G</a:t>
            </a:r>
            <a:r>
              <a:rPr lang="fr-FR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(</a:t>
            </a:r>
            <a:r>
              <a:rPr lang="fr-FR" altLang="zh-CN" i="1" dirty="0">
                <a:solidFill>
                  <a:srgbClr val="FF0000"/>
                </a:solidFill>
                <a:latin typeface="Times New Roman" panose="02020603050405020304" pitchFamily="18" charset="0"/>
              </a:rPr>
              <a:t>c</a:t>
            </a:r>
            <a:r>
              <a:rPr lang="fr-FR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)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fr-FR" altLang="zh-CN" i="1" dirty="0">
                <a:solidFill>
                  <a:srgbClr val="FF0000"/>
                </a:solidFill>
                <a:latin typeface="Times New Roman" panose="02020603050405020304" pitchFamily="18" charset="0"/>
              </a:rPr>
              <a:t>F</a:t>
            </a:r>
            <a:r>
              <a:rPr lang="fr-FR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(</a:t>
            </a:r>
            <a:r>
              <a:rPr lang="fr-FR" altLang="zh-CN" i="1" dirty="0">
                <a:solidFill>
                  <a:srgbClr val="FF0000"/>
                </a:solidFill>
                <a:latin typeface="Times New Roman" panose="02020603050405020304" pitchFamily="18" charset="0"/>
              </a:rPr>
              <a:t>c</a:t>
            </a:r>
            <a:r>
              <a:rPr lang="fr-FR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)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fr-FR" altLang="zh-CN" i="1" dirty="0">
                <a:solidFill>
                  <a:srgbClr val="FF0000"/>
                </a:solidFill>
                <a:latin typeface="Times New Roman" panose="02020603050405020304" pitchFamily="18" charset="0"/>
              </a:rPr>
              <a:t>H</a:t>
            </a:r>
            <a:r>
              <a:rPr lang="fr-FR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(</a:t>
            </a:r>
            <a:r>
              <a:rPr lang="fr-FR" altLang="zh-CN" i="1" dirty="0">
                <a:solidFill>
                  <a:srgbClr val="FF0000"/>
                </a:solidFill>
                <a:latin typeface="Times New Roman" panose="02020603050405020304" pitchFamily="18" charset="0"/>
              </a:rPr>
              <a:t>c</a:t>
            </a:r>
            <a:r>
              <a:rPr lang="fr-FR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)                               </a:t>
            </a:r>
            <a:r>
              <a:rPr lang="fr-FR" altLang="zh-CN" dirty="0">
                <a:latin typeface="Times New Roman" panose="02020603050405020304" pitchFamily="18" charset="0"/>
              </a:rPr>
              <a:t>(3)</a:t>
            </a:r>
            <a:r>
              <a:rPr lang="zh-CN" altLang="fr-FR" dirty="0">
                <a:latin typeface="Times New Roman" panose="02020603050405020304" pitchFamily="18" charset="0"/>
              </a:rPr>
              <a:t>置换</a:t>
            </a:r>
          </a:p>
          <a:p>
            <a:pPr eaLnBrk="1" hangingPunct="1"/>
            <a:r>
              <a:rPr lang="fr-FR" altLang="zh-CN" dirty="0">
                <a:latin typeface="Times New Roman" panose="02020603050405020304" pitchFamily="18" charset="0"/>
              </a:rPr>
              <a:t>(5)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fr-FR" altLang="zh-CN" i="1" dirty="0">
                <a:latin typeface="Times New Roman" panose="02020603050405020304" pitchFamily="18" charset="0"/>
              </a:rPr>
              <a:t>x</a:t>
            </a:r>
            <a:r>
              <a:rPr lang="fr-FR" altLang="zh-CN" dirty="0">
                <a:latin typeface="Times New Roman" panose="02020603050405020304" pitchFamily="18" charset="0"/>
              </a:rPr>
              <a:t>(</a:t>
            </a:r>
            <a:r>
              <a:rPr lang="fr-FR" altLang="zh-CN" i="1" dirty="0">
                <a:latin typeface="Times New Roman" panose="02020603050405020304" pitchFamily="18" charset="0"/>
              </a:rPr>
              <a:t>F</a:t>
            </a:r>
            <a:r>
              <a:rPr lang="fr-FR" altLang="zh-CN" dirty="0">
                <a:latin typeface="Times New Roman" panose="02020603050405020304" pitchFamily="18" charset="0"/>
              </a:rPr>
              <a:t>(</a:t>
            </a:r>
            <a:r>
              <a:rPr lang="fr-FR" altLang="zh-CN" i="1" dirty="0">
                <a:latin typeface="Times New Roman" panose="02020603050405020304" pitchFamily="18" charset="0"/>
              </a:rPr>
              <a:t>x</a:t>
            </a:r>
            <a:r>
              <a:rPr lang="fr-FR" altLang="zh-CN" dirty="0">
                <a:latin typeface="Times New Roman" panose="02020603050405020304" pitchFamily="18" charset="0"/>
              </a:rPr>
              <a:t>)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fr-FR" altLang="zh-CN" i="1" dirty="0">
                <a:latin typeface="Times New Roman" panose="02020603050405020304" pitchFamily="18" charset="0"/>
              </a:rPr>
              <a:t>G</a:t>
            </a:r>
            <a:r>
              <a:rPr lang="fr-FR" altLang="zh-CN" dirty="0">
                <a:latin typeface="Times New Roman" panose="02020603050405020304" pitchFamily="18" charset="0"/>
              </a:rPr>
              <a:t>(</a:t>
            </a:r>
            <a:r>
              <a:rPr lang="fr-FR" altLang="zh-CN" i="1" dirty="0">
                <a:latin typeface="Times New Roman" panose="02020603050405020304" pitchFamily="18" charset="0"/>
              </a:rPr>
              <a:t>x</a:t>
            </a:r>
            <a:r>
              <a:rPr lang="fr-FR" altLang="zh-CN" dirty="0">
                <a:latin typeface="Times New Roman" panose="02020603050405020304" pitchFamily="18" charset="0"/>
              </a:rPr>
              <a:t>))                                     </a:t>
            </a:r>
            <a:r>
              <a:rPr lang="zh-CN" altLang="fr-FR" dirty="0">
                <a:latin typeface="Times New Roman" panose="02020603050405020304" pitchFamily="18" charset="0"/>
              </a:rPr>
              <a:t>前提引入</a:t>
            </a:r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灯片编号占位符 5">
            <a:extLst>
              <a:ext uri="{FF2B5EF4-FFF2-40B4-BE49-F238E27FC236}">
                <a16:creationId xmlns:a16="http://schemas.microsoft.com/office/drawing/2014/main" id="{0C7ACAB9-6FE8-48DE-9F1B-BBF01542C7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739E4B5E-E28F-4ECB-92F1-2F6E2FAAD87C}" type="slidenum">
              <a:rPr lang="en-US" altLang="zh-CN" sz="1200" b="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10</a:t>
            </a:fld>
            <a:endParaRPr lang="en-US" altLang="zh-CN" sz="1200" b="0">
              <a:latin typeface="Verdana" panose="020B0604030504040204" pitchFamily="34" charset="0"/>
            </a:endParaRPr>
          </a:p>
        </p:txBody>
      </p:sp>
      <p:sp>
        <p:nvSpPr>
          <p:cNvPr id="21507" name="Rectangle 2">
            <a:extLst>
              <a:ext uri="{FF2B5EF4-FFF2-40B4-BE49-F238E27FC236}">
                <a16:creationId xmlns:a16="http://schemas.microsoft.com/office/drawing/2014/main" id="{34D7ADEE-4ADA-416D-825C-0AF849AF569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练习</a:t>
            </a:r>
            <a:r>
              <a:rPr lang="en-US" altLang="zh-CN"/>
              <a:t>5</a:t>
            </a:r>
            <a:r>
              <a:rPr lang="zh-CN" altLang="en-US"/>
              <a:t>（续）</a:t>
            </a:r>
          </a:p>
        </p:txBody>
      </p:sp>
      <p:sp>
        <p:nvSpPr>
          <p:cNvPr id="21508" name="Rectangle 3">
            <a:extLst>
              <a:ext uri="{FF2B5EF4-FFF2-40B4-BE49-F238E27FC236}">
                <a16:creationId xmlns:a16="http://schemas.microsoft.com/office/drawing/2014/main" id="{289A1259-D7DA-4660-8A17-93164CD0A47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证法二：</a:t>
            </a:r>
          </a:p>
          <a:p>
            <a:pPr eaLnBrk="1" hangingPunct="1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1)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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)) 			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前提引入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2)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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x(F(x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)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H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)) 			1)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置换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3)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F(c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)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H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c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                                    2)ES</a:t>
            </a:r>
          </a:p>
          <a:p>
            <a:pPr eaLnBrk="1" hangingPunct="1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4)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))      		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前提引入</a:t>
            </a:r>
          </a:p>
          <a:p>
            <a:pPr eaLnBrk="1" hangingPunct="1"/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5) 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c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                                     4)US</a:t>
            </a:r>
          </a:p>
          <a:p>
            <a:pPr eaLnBrk="1" hangingPunct="1"/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6) 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F(c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)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H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c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))(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c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3)4)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合取引入</a:t>
            </a:r>
            <a:endParaRPr lang="en-US" altLang="zh-C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/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7) </a:t>
            </a:r>
            <a:r>
              <a:rPr lang="en-US" altLang="zh-CN" sz="24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4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</a:t>
            </a:r>
            <a:r>
              <a:rPr lang="en-US" altLang="zh-CN" sz="24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	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6)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置换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/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8)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x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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))	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7)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EG</a:t>
            </a:r>
            <a:endParaRPr lang="zh-CN" altLang="en-US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标题 1">
            <a:extLst>
              <a:ext uri="{FF2B5EF4-FFF2-40B4-BE49-F238E27FC236}">
                <a16:creationId xmlns:a16="http://schemas.microsoft.com/office/drawing/2014/main" id="{4EEF79C7-9D74-44DE-919D-F0C49639D07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77975" y="149225"/>
            <a:ext cx="6840538" cy="704850"/>
          </a:xfrm>
        </p:spPr>
        <p:txBody>
          <a:bodyPr/>
          <a:lstStyle/>
          <a:p>
            <a:r>
              <a:rPr lang="zh-CN" altLang="en-US"/>
              <a:t>练习</a:t>
            </a:r>
            <a:r>
              <a:rPr lang="en-US" altLang="zh-CN"/>
              <a:t>6 </a:t>
            </a:r>
            <a:r>
              <a:rPr lang="zh-CN" altLang="en-US"/>
              <a:t>判断下列证明中是否有错误？</a:t>
            </a:r>
          </a:p>
        </p:txBody>
      </p:sp>
      <p:sp>
        <p:nvSpPr>
          <p:cNvPr id="25603" name="内容占位符 2">
            <a:extLst>
              <a:ext uri="{FF2B5EF4-FFF2-40B4-BE49-F238E27FC236}">
                <a16:creationId xmlns:a16="http://schemas.microsoft.com/office/drawing/2014/main" id="{E9F72546-81B8-41AE-8B35-C90DD46DDB9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50925" y="1282700"/>
            <a:ext cx="7026275" cy="1609725"/>
          </a:xfrm>
        </p:spPr>
        <p:txBody>
          <a:bodyPr/>
          <a:lstStyle/>
          <a:p>
            <a:r>
              <a:rPr lang="zh-CN" altLang="en-US">
                <a:sym typeface="Symbol" panose="05050102010706020507" pitchFamily="18" charset="2"/>
              </a:rPr>
              <a:t>前提：</a:t>
            </a:r>
            <a:r>
              <a:rPr lang="en-US" altLang="zh-CN">
                <a:sym typeface="Symbol" panose="05050102010706020507" pitchFamily="18" charset="2"/>
              </a:rPr>
              <a:t>x(F(x)G(x)),</a:t>
            </a:r>
            <a:r>
              <a:rPr lang="zh-CN" altLang="en-US">
                <a:sym typeface="Symbol" panose="05050102010706020507" pitchFamily="18" charset="2"/>
              </a:rPr>
              <a:t> </a:t>
            </a:r>
            <a:r>
              <a:rPr lang="en-US" altLang="zh-CN">
                <a:sym typeface="Symbol" panose="05050102010706020507" pitchFamily="18" charset="2"/>
              </a:rPr>
              <a:t>x(H(x)G(x))</a:t>
            </a:r>
          </a:p>
          <a:p>
            <a:r>
              <a:rPr lang="zh-CN" altLang="en-US">
                <a:sym typeface="Symbol" panose="05050102010706020507" pitchFamily="18" charset="2"/>
              </a:rPr>
              <a:t>结论： </a:t>
            </a:r>
            <a:r>
              <a:rPr lang="en-US" altLang="zh-CN">
                <a:sym typeface="Symbol" panose="05050102010706020507" pitchFamily="18" charset="2"/>
              </a:rPr>
              <a:t>x(H(x)F(x))</a:t>
            </a:r>
          </a:p>
          <a:p>
            <a:r>
              <a:rPr lang="zh-CN" altLang="en-US">
                <a:sym typeface="Symbol" panose="05050102010706020507" pitchFamily="18" charset="2"/>
              </a:rPr>
              <a:t>证明：</a:t>
            </a:r>
            <a:endParaRPr lang="en-US" altLang="zh-CN">
              <a:sym typeface="Symbol" panose="05050102010706020507" pitchFamily="18" charset="2"/>
            </a:endParaRPr>
          </a:p>
          <a:p>
            <a:endParaRPr lang="zh-CN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00AB5C2-5675-4742-8706-3FA5217A77A0}"/>
              </a:ext>
            </a:extLst>
          </p:cNvPr>
          <p:cNvSpPr txBox="1"/>
          <p:nvPr/>
        </p:nvSpPr>
        <p:spPr>
          <a:xfrm>
            <a:off x="2128838" y="2168525"/>
            <a:ext cx="6289675" cy="37846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dirty="0">
                <a:latin typeface="+mj-lt"/>
                <a:cs typeface="Times New Roman" pitchFamily="18" charset="0"/>
                <a:sym typeface="Symbol"/>
              </a:rPr>
              <a:t>(1) </a:t>
            </a:r>
            <a:r>
              <a:rPr lang="zh-CN" altLang="en-US" dirty="0">
                <a:latin typeface="+mj-lt"/>
                <a:cs typeface="Times New Roman" pitchFamily="18" charset="0"/>
                <a:sym typeface="Symbol"/>
              </a:rPr>
              <a:t></a:t>
            </a:r>
            <a:r>
              <a:rPr lang="en-US" altLang="zh-CN" dirty="0">
                <a:latin typeface="+mj-lt"/>
                <a:cs typeface="Times New Roman" pitchFamily="18" charset="0"/>
                <a:sym typeface="Symbol"/>
              </a:rPr>
              <a:t>x(H(x))                  </a:t>
            </a:r>
            <a:r>
              <a:rPr lang="zh-CN" altLang="en-US" dirty="0">
                <a:latin typeface="Times New Roman" panose="02020603050405020304" pitchFamily="18" charset="0"/>
              </a:rPr>
              <a:t>附加前提引入</a:t>
            </a:r>
            <a:endParaRPr lang="en-US" altLang="zh-CN" dirty="0">
              <a:latin typeface="+mj-lt"/>
              <a:cs typeface="Times New Roman" pitchFamily="18" charset="0"/>
              <a:sym typeface="Symbol"/>
            </a:endParaRPr>
          </a:p>
          <a:p>
            <a:pPr>
              <a:defRPr/>
            </a:pPr>
            <a:r>
              <a:rPr lang="en-US" altLang="zh-CN" dirty="0">
                <a:latin typeface="+mj-lt"/>
                <a:cs typeface="Times New Roman" pitchFamily="18" charset="0"/>
                <a:sym typeface="Symbol"/>
              </a:rPr>
              <a:t>(2) H(a)                         (1)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US</a:t>
            </a:r>
            <a:endParaRPr lang="en-US" altLang="zh-CN" dirty="0">
              <a:latin typeface="+mj-lt"/>
              <a:cs typeface="Times New Roman" pitchFamily="18" charset="0"/>
              <a:sym typeface="Symbol"/>
            </a:endParaRPr>
          </a:p>
          <a:p>
            <a:pPr>
              <a:defRPr/>
            </a:pPr>
            <a:r>
              <a:rPr lang="en-US" altLang="zh-CN" dirty="0">
                <a:latin typeface="+mj-lt"/>
                <a:cs typeface="Times New Roman" pitchFamily="18" charset="0"/>
                <a:sym typeface="Symbol"/>
              </a:rPr>
              <a:t>(3)</a:t>
            </a:r>
            <a:r>
              <a:rPr lang="zh-CN" altLang="en-US" dirty="0">
                <a:latin typeface="+mj-lt"/>
                <a:sym typeface="Symbol"/>
              </a:rPr>
              <a:t> </a:t>
            </a:r>
            <a:r>
              <a:rPr lang="en-US" altLang="zh-CN" dirty="0">
                <a:latin typeface="+mj-lt"/>
                <a:sym typeface="Symbol"/>
              </a:rPr>
              <a:t>x(H(x)G(x))        </a:t>
            </a:r>
            <a:r>
              <a:rPr lang="zh-CN" altLang="en-US" dirty="0">
                <a:latin typeface="Times New Roman" panose="02020603050405020304" pitchFamily="18" charset="0"/>
              </a:rPr>
              <a:t>前提引入</a:t>
            </a:r>
            <a:endParaRPr lang="en-US" altLang="zh-CN" dirty="0">
              <a:latin typeface="+mj-lt"/>
              <a:sym typeface="Symbol"/>
            </a:endParaRPr>
          </a:p>
          <a:p>
            <a:pPr>
              <a:defRPr/>
            </a:pPr>
            <a:r>
              <a:rPr lang="en-US" altLang="zh-CN" dirty="0">
                <a:latin typeface="+mj-lt"/>
                <a:cs typeface="Times New Roman" pitchFamily="18" charset="0"/>
                <a:sym typeface="Symbol"/>
              </a:rPr>
              <a:t>(4)</a:t>
            </a:r>
            <a:r>
              <a:rPr lang="en-US" altLang="zh-CN" dirty="0">
                <a:latin typeface="+mj-lt"/>
                <a:sym typeface="Symbol"/>
              </a:rPr>
              <a:t> H(a)G(a)</a:t>
            </a:r>
            <a:r>
              <a:rPr lang="en-US" altLang="zh-CN" dirty="0">
                <a:latin typeface="+mj-lt"/>
                <a:cs typeface="Times New Roman" pitchFamily="18" charset="0"/>
                <a:sym typeface="Symbol"/>
              </a:rPr>
              <a:t>              </a:t>
            </a:r>
            <a:r>
              <a:rPr lang="en-US" altLang="zh-CN" dirty="0">
                <a:cs typeface="Times New Roman" pitchFamily="18" charset="0"/>
                <a:sym typeface="Symbol"/>
              </a:rPr>
              <a:t>(3)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US</a:t>
            </a:r>
            <a:endParaRPr lang="en-US" altLang="zh-CN" dirty="0">
              <a:latin typeface="+mj-lt"/>
              <a:cs typeface="Times New Roman" pitchFamily="18" charset="0"/>
              <a:sym typeface="Symbol"/>
            </a:endParaRPr>
          </a:p>
          <a:p>
            <a:pPr>
              <a:defRPr/>
            </a:pPr>
            <a:r>
              <a:rPr lang="en-US" altLang="zh-CN" dirty="0">
                <a:latin typeface="+mj-lt"/>
                <a:cs typeface="Times New Roman" pitchFamily="18" charset="0"/>
                <a:sym typeface="Symbol"/>
              </a:rPr>
              <a:t>(5)</a:t>
            </a:r>
            <a:r>
              <a:rPr lang="en-US" altLang="zh-CN" dirty="0">
                <a:latin typeface="+mj-lt"/>
                <a:sym typeface="Symbol"/>
              </a:rPr>
              <a:t> G(a)                         (2)(4)</a:t>
            </a:r>
            <a:r>
              <a:rPr lang="zh-CN" altLang="en-US" dirty="0">
                <a:latin typeface="+mj-lt"/>
                <a:sym typeface="Symbol"/>
              </a:rPr>
              <a:t>假言推理</a:t>
            </a:r>
            <a:endParaRPr lang="en-US" altLang="zh-CN" dirty="0">
              <a:latin typeface="+mj-lt"/>
              <a:sym typeface="Symbol"/>
            </a:endParaRPr>
          </a:p>
          <a:p>
            <a:pPr>
              <a:defRPr/>
            </a:pPr>
            <a:r>
              <a:rPr lang="en-US" altLang="zh-CN" dirty="0">
                <a:latin typeface="+mj-lt"/>
                <a:cs typeface="Times New Roman" pitchFamily="18" charset="0"/>
                <a:sym typeface="Symbol"/>
              </a:rPr>
              <a:t>(6)</a:t>
            </a:r>
            <a:r>
              <a:rPr lang="zh-CN" altLang="en-US" dirty="0">
                <a:latin typeface="+mj-lt"/>
                <a:sym typeface="Symbol"/>
              </a:rPr>
              <a:t> </a:t>
            </a:r>
            <a:r>
              <a:rPr lang="en-US" altLang="zh-CN" dirty="0">
                <a:latin typeface="+mj-lt"/>
                <a:sym typeface="Symbol"/>
              </a:rPr>
              <a:t>x(F(x)G(x))      </a:t>
            </a:r>
            <a:r>
              <a:rPr lang="zh-CN" altLang="en-US" dirty="0">
                <a:latin typeface="Times New Roman" panose="02020603050405020304" pitchFamily="18" charset="0"/>
              </a:rPr>
              <a:t>前提引入</a:t>
            </a:r>
            <a:endParaRPr lang="en-US" altLang="zh-CN" dirty="0">
              <a:latin typeface="+mj-lt"/>
              <a:sym typeface="Symbol"/>
            </a:endParaRPr>
          </a:p>
          <a:p>
            <a:pPr>
              <a:defRPr/>
            </a:pPr>
            <a:r>
              <a:rPr lang="en-US" altLang="zh-CN" dirty="0">
                <a:latin typeface="+mj-lt"/>
                <a:cs typeface="Times New Roman" pitchFamily="18" charset="0"/>
                <a:sym typeface="Symbol"/>
              </a:rPr>
              <a:t>(7)</a:t>
            </a:r>
            <a:r>
              <a:rPr lang="zh-CN" altLang="en-US" dirty="0">
                <a:latin typeface="+mj-lt"/>
                <a:sym typeface="Symbol"/>
              </a:rPr>
              <a:t> </a:t>
            </a:r>
            <a:r>
              <a:rPr lang="en-US" altLang="zh-CN" dirty="0">
                <a:latin typeface="+mj-lt"/>
                <a:sym typeface="Symbol"/>
              </a:rPr>
              <a:t>F(a)G(a)            (6)</a:t>
            </a:r>
            <a:r>
              <a:rPr lang="zh-CN" altLang="en-US" dirty="0">
                <a:latin typeface="+mj-lt"/>
                <a:sym typeface="Symbol"/>
              </a:rPr>
              <a:t> 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US</a:t>
            </a:r>
            <a:endParaRPr lang="en-US" altLang="zh-CN" dirty="0">
              <a:latin typeface="+mj-lt"/>
              <a:sym typeface="Symbol"/>
            </a:endParaRPr>
          </a:p>
          <a:p>
            <a:pPr>
              <a:defRPr/>
            </a:pPr>
            <a:r>
              <a:rPr lang="en-US" altLang="zh-CN" dirty="0">
                <a:latin typeface="+mj-lt"/>
                <a:cs typeface="Times New Roman" pitchFamily="18" charset="0"/>
                <a:sym typeface="Symbol"/>
              </a:rPr>
              <a:t>(8)</a:t>
            </a:r>
            <a:r>
              <a:rPr lang="en-US" altLang="zh-CN" dirty="0">
                <a:latin typeface="+mj-lt"/>
                <a:sym typeface="Symbol"/>
              </a:rPr>
              <a:t> F(a)                       (5)(7)</a:t>
            </a:r>
            <a:r>
              <a:rPr lang="zh-CN" altLang="en-US" dirty="0">
                <a:latin typeface="Times New Roman" panose="02020603050405020304" pitchFamily="18" charset="0"/>
              </a:rPr>
              <a:t>拒取式</a:t>
            </a:r>
            <a:endParaRPr lang="en-US" altLang="zh-CN" dirty="0">
              <a:latin typeface="+mj-lt"/>
              <a:sym typeface="Symbol"/>
            </a:endParaRPr>
          </a:p>
          <a:p>
            <a:pPr>
              <a:defRPr/>
            </a:pPr>
            <a:r>
              <a:rPr lang="en-US" altLang="zh-CN" dirty="0">
                <a:latin typeface="+mj-lt"/>
                <a:cs typeface="Times New Roman" pitchFamily="18" charset="0"/>
                <a:sym typeface="Symbol"/>
              </a:rPr>
              <a:t>(9)</a:t>
            </a:r>
            <a:r>
              <a:rPr lang="zh-CN" altLang="en-US" dirty="0">
                <a:latin typeface="+mj-lt"/>
                <a:sym typeface="Symbol"/>
              </a:rPr>
              <a:t> </a:t>
            </a:r>
            <a:r>
              <a:rPr lang="en-US" altLang="zh-CN" dirty="0">
                <a:latin typeface="+mj-lt"/>
                <a:sym typeface="Symbol"/>
              </a:rPr>
              <a:t>xF(x)                   (8)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UG</a:t>
            </a:r>
            <a:endParaRPr lang="en-US" altLang="zh-CN" dirty="0">
              <a:latin typeface="+mj-lt"/>
              <a:cs typeface="Times New Roman" pitchFamily="18" charset="0"/>
              <a:sym typeface="Symbol"/>
            </a:endParaRPr>
          </a:p>
          <a:p>
            <a:pPr>
              <a:defRPr/>
            </a:pPr>
            <a:endParaRPr lang="zh-CN" altLang="en-US" dirty="0">
              <a:latin typeface="+mj-lt"/>
              <a:cs typeface="Times New Roman" pitchFamily="18" charset="0"/>
            </a:endParaRPr>
          </a:p>
        </p:txBody>
      </p:sp>
      <p:grpSp>
        <p:nvGrpSpPr>
          <p:cNvPr id="4" name="组合 7">
            <a:extLst>
              <a:ext uri="{FF2B5EF4-FFF2-40B4-BE49-F238E27FC236}">
                <a16:creationId xmlns:a16="http://schemas.microsoft.com/office/drawing/2014/main" id="{AB726950-8E16-4805-86B0-F0CFE87DEDBA}"/>
              </a:ext>
            </a:extLst>
          </p:cNvPr>
          <p:cNvGrpSpPr>
            <a:grpSpLocks/>
          </p:cNvGrpSpPr>
          <p:nvPr/>
        </p:nvGrpSpPr>
        <p:grpSpPr bwMode="auto">
          <a:xfrm>
            <a:off x="457200" y="5805488"/>
            <a:ext cx="8213725" cy="704850"/>
            <a:chOff x="389744" y="6011055"/>
            <a:chExt cx="8214609" cy="704538"/>
          </a:xfrm>
        </p:grpSpPr>
        <p:sp>
          <p:nvSpPr>
            <p:cNvPr id="25606" name="矩形 6">
              <a:extLst>
                <a:ext uri="{FF2B5EF4-FFF2-40B4-BE49-F238E27FC236}">
                  <a16:creationId xmlns:a16="http://schemas.microsoft.com/office/drawing/2014/main" id="{4688586D-6593-44AC-BC48-6366003164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9744" y="6011055"/>
              <a:ext cx="8214609" cy="704538"/>
            </a:xfrm>
            <a:prstGeom prst="rect">
              <a:avLst/>
            </a:prstGeom>
            <a:solidFill>
              <a:srgbClr val="ADE2A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3000">
                <a:latin typeface="Arial Narrow" panose="020B0606020202030204" pitchFamily="34" charset="0"/>
              </a:endParaRPr>
            </a:p>
          </p:txBody>
        </p:sp>
        <p:graphicFrame>
          <p:nvGraphicFramePr>
            <p:cNvPr id="25607" name="Object 26">
              <a:extLst>
                <a:ext uri="{FF2B5EF4-FFF2-40B4-BE49-F238E27FC236}">
                  <a16:creationId xmlns:a16="http://schemas.microsoft.com/office/drawing/2014/main" id="{37AC140B-017E-4CB8-8E61-C7250DAF3F2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94675" y="6061414"/>
            <a:ext cx="8024292" cy="64668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3" imgW="35475840" imgH="2946600" progId="Equation.3">
                    <p:embed/>
                  </p:oleObj>
                </mc:Choice>
                <mc:Fallback>
                  <p:oleObj name="公式" r:id="rId3" imgW="35475840" imgH="2946600" progId="Equation.3">
                    <p:embed/>
                    <p:pic>
                      <p:nvPicPr>
                        <p:cNvPr id="0" name="Object 2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4675" y="6061414"/>
                          <a:ext cx="8024292" cy="64668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ADE2A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标题 1">
            <a:extLst>
              <a:ext uri="{FF2B5EF4-FFF2-40B4-BE49-F238E27FC236}">
                <a16:creationId xmlns:a16="http://schemas.microsoft.com/office/drawing/2014/main" id="{46435853-4296-47DF-8906-069D62310FD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练习</a:t>
            </a:r>
            <a:r>
              <a:rPr lang="en-US" altLang="zh-CN"/>
              <a:t>6</a:t>
            </a:r>
            <a:r>
              <a:rPr lang="zh-CN" altLang="en-US"/>
              <a:t>（续）</a:t>
            </a:r>
          </a:p>
        </p:txBody>
      </p:sp>
      <p:sp>
        <p:nvSpPr>
          <p:cNvPr id="27651" name="内容占位符 2">
            <a:extLst>
              <a:ext uri="{FF2B5EF4-FFF2-40B4-BE49-F238E27FC236}">
                <a16:creationId xmlns:a16="http://schemas.microsoft.com/office/drawing/2014/main" id="{C3D29486-B4E1-47BA-A8E0-7AB7C275236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50925" y="1282700"/>
            <a:ext cx="7026275" cy="1609725"/>
          </a:xfrm>
        </p:spPr>
        <p:txBody>
          <a:bodyPr/>
          <a:lstStyle/>
          <a:p>
            <a:r>
              <a:rPr lang="zh-CN" altLang="en-US">
                <a:sym typeface="Symbol" panose="05050102010706020507" pitchFamily="18" charset="2"/>
              </a:rPr>
              <a:t>前提：</a:t>
            </a:r>
            <a:r>
              <a:rPr lang="en-US" altLang="zh-CN">
                <a:sym typeface="Symbol" panose="05050102010706020507" pitchFamily="18" charset="2"/>
              </a:rPr>
              <a:t>x(F(x)G(x)),</a:t>
            </a:r>
            <a:r>
              <a:rPr lang="zh-CN" altLang="en-US">
                <a:sym typeface="Symbol" panose="05050102010706020507" pitchFamily="18" charset="2"/>
              </a:rPr>
              <a:t> </a:t>
            </a:r>
            <a:r>
              <a:rPr lang="en-US" altLang="zh-CN">
                <a:sym typeface="Symbol" panose="05050102010706020507" pitchFamily="18" charset="2"/>
              </a:rPr>
              <a:t>x(H(x)G(x))</a:t>
            </a:r>
          </a:p>
          <a:p>
            <a:r>
              <a:rPr lang="zh-CN" altLang="en-US">
                <a:sym typeface="Symbol" panose="05050102010706020507" pitchFamily="18" charset="2"/>
              </a:rPr>
              <a:t>结论： </a:t>
            </a:r>
            <a:r>
              <a:rPr lang="en-US" altLang="zh-CN">
                <a:sym typeface="Symbol" panose="05050102010706020507" pitchFamily="18" charset="2"/>
              </a:rPr>
              <a:t>x(H(x)F(x))</a:t>
            </a:r>
          </a:p>
          <a:p>
            <a:endParaRPr lang="en-US" altLang="zh-CN">
              <a:sym typeface="Symbol" panose="05050102010706020507" pitchFamily="18" charset="2"/>
            </a:endParaRPr>
          </a:p>
          <a:p>
            <a:endParaRPr lang="zh-CN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FF3751A-98C1-486B-9037-4574230D954F}"/>
              </a:ext>
            </a:extLst>
          </p:cNvPr>
          <p:cNvSpPr txBox="1"/>
          <p:nvPr/>
        </p:nvSpPr>
        <p:spPr>
          <a:xfrm>
            <a:off x="1403350" y="2538413"/>
            <a:ext cx="5832475" cy="26765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dirty="0">
                <a:latin typeface="+mj-lt"/>
                <a:cs typeface="Times New Roman" pitchFamily="18" charset="0"/>
                <a:sym typeface="Symbol"/>
              </a:rPr>
              <a:t>(1)</a:t>
            </a:r>
            <a:r>
              <a:rPr lang="zh-CN" altLang="en-US" dirty="0">
                <a:latin typeface="+mj-lt"/>
                <a:sym typeface="Symbol"/>
              </a:rPr>
              <a:t> </a:t>
            </a:r>
            <a:r>
              <a:rPr lang="en-US" altLang="zh-CN" dirty="0">
                <a:latin typeface="+mj-lt"/>
                <a:sym typeface="Symbol"/>
              </a:rPr>
              <a:t>x(H(x)G(x))        </a:t>
            </a:r>
            <a:r>
              <a:rPr lang="zh-CN" altLang="en-US" dirty="0">
                <a:latin typeface="Times New Roman" panose="02020603050405020304" pitchFamily="18" charset="0"/>
              </a:rPr>
              <a:t>前提引入</a:t>
            </a:r>
            <a:endParaRPr lang="en-US" altLang="zh-CN" dirty="0">
              <a:latin typeface="+mj-lt"/>
              <a:sym typeface="Symbol"/>
            </a:endParaRPr>
          </a:p>
          <a:p>
            <a:pPr>
              <a:defRPr/>
            </a:pPr>
            <a:r>
              <a:rPr lang="en-US" altLang="zh-CN" dirty="0">
                <a:latin typeface="+mj-lt"/>
                <a:cs typeface="Times New Roman" pitchFamily="18" charset="0"/>
                <a:sym typeface="Symbol"/>
              </a:rPr>
              <a:t>(2)</a:t>
            </a:r>
            <a:r>
              <a:rPr lang="en-US" altLang="zh-CN" dirty="0">
                <a:latin typeface="+mj-lt"/>
                <a:sym typeface="Symbol"/>
              </a:rPr>
              <a:t> H(a)G(a)</a:t>
            </a:r>
            <a:r>
              <a:rPr lang="en-US" altLang="zh-CN" dirty="0">
                <a:latin typeface="+mj-lt"/>
                <a:cs typeface="Times New Roman" pitchFamily="18" charset="0"/>
                <a:sym typeface="Symbol"/>
              </a:rPr>
              <a:t>               (1)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US </a:t>
            </a:r>
            <a:endParaRPr lang="en-US" altLang="zh-CN" dirty="0">
              <a:latin typeface="+mj-lt"/>
              <a:cs typeface="Times New Roman" pitchFamily="18" charset="0"/>
              <a:sym typeface="Symbol"/>
            </a:endParaRPr>
          </a:p>
          <a:p>
            <a:pPr>
              <a:defRPr/>
            </a:pPr>
            <a:r>
              <a:rPr lang="en-US" altLang="zh-CN" dirty="0">
                <a:latin typeface="+mj-lt"/>
                <a:cs typeface="Times New Roman" pitchFamily="18" charset="0"/>
                <a:sym typeface="Symbol"/>
              </a:rPr>
              <a:t>(3)</a:t>
            </a:r>
            <a:r>
              <a:rPr lang="zh-CN" altLang="en-US" dirty="0">
                <a:latin typeface="+mj-lt"/>
                <a:sym typeface="Symbol"/>
              </a:rPr>
              <a:t> </a:t>
            </a:r>
            <a:r>
              <a:rPr lang="en-US" altLang="zh-CN" dirty="0">
                <a:latin typeface="+mj-lt"/>
                <a:sym typeface="Symbol"/>
              </a:rPr>
              <a:t>x(F(x)G(x))       </a:t>
            </a:r>
            <a:r>
              <a:rPr lang="zh-CN" altLang="en-US" dirty="0">
                <a:latin typeface="Times New Roman" panose="02020603050405020304" pitchFamily="18" charset="0"/>
              </a:rPr>
              <a:t>前提引入</a:t>
            </a:r>
            <a:endParaRPr lang="en-US" altLang="zh-CN" dirty="0">
              <a:latin typeface="+mj-lt"/>
              <a:sym typeface="Symbol"/>
            </a:endParaRPr>
          </a:p>
          <a:p>
            <a:pPr>
              <a:defRPr/>
            </a:pPr>
            <a:r>
              <a:rPr lang="en-US" altLang="zh-CN" dirty="0">
                <a:latin typeface="+mj-lt"/>
                <a:cs typeface="Times New Roman" pitchFamily="18" charset="0"/>
                <a:sym typeface="Symbol"/>
              </a:rPr>
              <a:t>(4)</a:t>
            </a:r>
            <a:r>
              <a:rPr lang="zh-CN" altLang="en-US" dirty="0">
                <a:latin typeface="+mj-lt"/>
                <a:sym typeface="Symbol"/>
              </a:rPr>
              <a:t> </a:t>
            </a:r>
            <a:r>
              <a:rPr lang="en-US" altLang="zh-CN" dirty="0">
                <a:latin typeface="+mj-lt"/>
                <a:sym typeface="Symbol"/>
              </a:rPr>
              <a:t>F(a)G(a)             (3)</a:t>
            </a:r>
            <a:r>
              <a:rPr lang="zh-CN" altLang="en-US" dirty="0">
                <a:latin typeface="+mj-lt"/>
                <a:sym typeface="Symbol"/>
              </a:rPr>
              <a:t> 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US </a:t>
            </a:r>
            <a:endParaRPr lang="en-US" altLang="zh-CN" dirty="0">
              <a:latin typeface="+mj-lt"/>
              <a:sym typeface="Symbol"/>
            </a:endParaRPr>
          </a:p>
          <a:p>
            <a:pPr>
              <a:defRPr/>
            </a:pPr>
            <a:r>
              <a:rPr lang="en-US" altLang="zh-CN" dirty="0">
                <a:latin typeface="+mj-lt"/>
                <a:cs typeface="Times New Roman" pitchFamily="18" charset="0"/>
                <a:sym typeface="Symbol"/>
              </a:rPr>
              <a:t>(5)</a:t>
            </a:r>
            <a:r>
              <a:rPr lang="en-US" altLang="zh-CN" dirty="0">
                <a:latin typeface="+mj-lt"/>
                <a:sym typeface="Symbol"/>
              </a:rPr>
              <a:t> G(a)</a:t>
            </a:r>
            <a:r>
              <a:rPr lang="en-US" altLang="zh-CN" dirty="0">
                <a:sym typeface="Symbol"/>
              </a:rPr>
              <a:t>F(a)</a:t>
            </a:r>
            <a:r>
              <a:rPr lang="en-US" altLang="zh-CN" dirty="0">
                <a:latin typeface="+mj-lt"/>
                <a:sym typeface="Symbol"/>
              </a:rPr>
              <a:t>             (4)</a:t>
            </a:r>
            <a:r>
              <a:rPr lang="zh-CN" altLang="en-US" dirty="0">
                <a:latin typeface="+mj-lt"/>
                <a:sym typeface="Symbol"/>
              </a:rPr>
              <a:t>置换</a:t>
            </a:r>
            <a:endParaRPr lang="en-US" altLang="zh-CN" dirty="0">
              <a:latin typeface="+mj-lt"/>
              <a:sym typeface="Symbol"/>
            </a:endParaRPr>
          </a:p>
          <a:p>
            <a:pPr>
              <a:defRPr/>
            </a:pPr>
            <a:r>
              <a:rPr lang="en-US" altLang="zh-CN" dirty="0">
                <a:latin typeface="+mj-lt"/>
                <a:cs typeface="Times New Roman" pitchFamily="18" charset="0"/>
                <a:sym typeface="Symbol"/>
              </a:rPr>
              <a:t>(6)</a:t>
            </a:r>
            <a:r>
              <a:rPr lang="zh-CN" altLang="en-US" dirty="0">
                <a:latin typeface="+mj-lt"/>
                <a:sym typeface="Symbol"/>
              </a:rPr>
              <a:t> </a:t>
            </a:r>
            <a:r>
              <a:rPr lang="en-US" altLang="zh-CN" dirty="0">
                <a:sym typeface="Symbol"/>
              </a:rPr>
              <a:t>H(a) F(a) </a:t>
            </a:r>
            <a:r>
              <a:rPr lang="en-US" altLang="zh-CN" dirty="0">
                <a:latin typeface="+mj-lt"/>
                <a:sym typeface="Symbol"/>
              </a:rPr>
              <a:t>           (2)(5)</a:t>
            </a:r>
            <a:r>
              <a:rPr lang="zh-CN" altLang="en-US" dirty="0">
                <a:latin typeface="Times New Roman" panose="02020603050405020304" pitchFamily="18" charset="0"/>
              </a:rPr>
              <a:t>假言三段论</a:t>
            </a:r>
            <a:endParaRPr lang="en-US" altLang="zh-CN" dirty="0">
              <a:latin typeface="+mj-lt"/>
              <a:cs typeface="Times New Roman" pitchFamily="18" charset="0"/>
              <a:sym typeface="Symbol"/>
            </a:endParaRPr>
          </a:p>
          <a:p>
            <a:pPr>
              <a:defRPr/>
            </a:pPr>
            <a:r>
              <a:rPr lang="en-US" altLang="zh-CN" dirty="0">
                <a:cs typeface="Times New Roman" pitchFamily="18" charset="0"/>
                <a:sym typeface="Symbol"/>
              </a:rPr>
              <a:t>(7)</a:t>
            </a:r>
            <a:r>
              <a:rPr lang="zh-CN" altLang="en-US" dirty="0">
                <a:sym typeface="Symbol"/>
              </a:rPr>
              <a:t> </a:t>
            </a:r>
            <a:r>
              <a:rPr lang="en-US" altLang="zh-CN" dirty="0">
                <a:sym typeface="Symbol"/>
              </a:rPr>
              <a:t>x(H(x)F(x))       (6)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UG</a:t>
            </a:r>
            <a:endParaRPr lang="zh-CN" altLang="en-US" dirty="0">
              <a:latin typeface="+mj-lt"/>
              <a:cs typeface="Times New Roman" pitchFamily="18" charset="0"/>
            </a:endParaRPr>
          </a:p>
        </p:txBody>
      </p:sp>
      <p:sp>
        <p:nvSpPr>
          <p:cNvPr id="27653" name="灯片编号占位符 3">
            <a:extLst>
              <a:ext uri="{FF2B5EF4-FFF2-40B4-BE49-F238E27FC236}">
                <a16:creationId xmlns:a16="http://schemas.microsoft.com/office/drawing/2014/main" id="{AC39C9F3-0753-4ED7-A342-DFBBDE8E940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/>
            <a:fld id="{5FEC68B1-82D9-4293-97EB-072C1D072E30}" type="slidenum">
              <a:rPr lang="zh-CN" altLang="en-US" sz="1400"/>
              <a:pPr algn="l"/>
              <a:t>12</a:t>
            </a:fld>
            <a:endParaRPr lang="en-US" altLang="zh-CN" sz="1400"/>
          </a:p>
        </p:txBody>
      </p:sp>
      <p:sp>
        <p:nvSpPr>
          <p:cNvPr id="14" name="Rectangle 7">
            <a:extLst>
              <a:ext uri="{FF2B5EF4-FFF2-40B4-BE49-F238E27FC236}">
                <a16:creationId xmlns:a16="http://schemas.microsoft.com/office/drawing/2014/main" id="{5D5B4A60-938C-4228-B73E-639F43E2CD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298700"/>
            <a:ext cx="1171575" cy="579438"/>
          </a:xfrm>
          <a:prstGeom prst="rect">
            <a:avLst/>
          </a:prstGeom>
          <a:gradFill rotWithShape="0">
            <a:gsLst>
              <a:gs pos="0">
                <a:schemeClr val="hlink"/>
              </a:gs>
              <a:gs pos="100000">
                <a:schemeClr val="hlink">
                  <a:gamma/>
                  <a:shade val="46275"/>
                  <a:invGamma/>
                </a:scheme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kumimoji="1" lang="zh-CN" altLang="en-US" sz="3200" b="1" dirty="0">
                <a:solidFill>
                  <a:schemeClr val="bg1"/>
                </a:solidFill>
                <a:latin typeface="Times New Roman" pitchFamily="18" charset="0"/>
              </a:rPr>
              <a:t>证明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4" grpId="0" animBg="1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593395C-9575-44DB-B9C8-0C9B1983E1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练习</a:t>
            </a:r>
            <a:r>
              <a:rPr lang="en-US" altLang="zh-CN" dirty="0"/>
              <a:t>7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5C20811-9E56-4568-911E-073BB138FC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2B90DF-F448-4826-9DFA-2E18C5CE1EA9}" type="slidenum">
              <a:rPr lang="en-US" altLang="zh-CN" smtClean="0"/>
              <a:pPr/>
              <a:t>13</a:t>
            </a:fld>
            <a:endParaRPr lang="en-US" altLang="zh-CN"/>
          </a:p>
        </p:txBody>
      </p:sp>
      <p:sp>
        <p:nvSpPr>
          <p:cNvPr id="6" name="TextBox 4">
            <a:extLst>
              <a:ext uri="{FF2B5EF4-FFF2-40B4-BE49-F238E27FC236}">
                <a16:creationId xmlns:a16="http://schemas.microsoft.com/office/drawing/2014/main" id="{0F791D24-A1B5-46D2-BA7B-DE9D4A4B4F96}"/>
              </a:ext>
            </a:extLst>
          </p:cNvPr>
          <p:cNvSpPr txBox="1"/>
          <p:nvPr/>
        </p:nvSpPr>
        <p:spPr>
          <a:xfrm>
            <a:off x="1691680" y="2731096"/>
            <a:ext cx="6289675" cy="2677656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dirty="0">
                <a:latin typeface="+mj-lt"/>
                <a:cs typeface="Times New Roman" pitchFamily="18" charset="0"/>
                <a:sym typeface="Symbol"/>
              </a:rPr>
              <a:t>(1)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lang="en-US" altLang="zh-CN" dirty="0">
                <a:latin typeface="+mj-lt"/>
                <a:cs typeface="Times New Roman" pitchFamily="18" charset="0"/>
                <a:sym typeface="Symbol"/>
              </a:rPr>
              <a:t>x(A(x))                   </a:t>
            </a:r>
            <a:r>
              <a:rPr lang="zh-CN" altLang="en-US" dirty="0">
                <a:latin typeface="Times New Roman" panose="02020603050405020304" pitchFamily="18" charset="0"/>
              </a:rPr>
              <a:t>附加前提引入</a:t>
            </a:r>
            <a:endParaRPr lang="en-US" altLang="zh-CN" dirty="0">
              <a:latin typeface="+mj-lt"/>
              <a:cs typeface="Times New Roman" pitchFamily="18" charset="0"/>
              <a:sym typeface="Symbol"/>
            </a:endParaRPr>
          </a:p>
          <a:p>
            <a:pPr>
              <a:defRPr/>
            </a:pPr>
            <a:r>
              <a:rPr lang="en-US" altLang="zh-CN" dirty="0">
                <a:latin typeface="+mj-lt"/>
                <a:cs typeface="Times New Roman" pitchFamily="18" charset="0"/>
                <a:sym typeface="Symbol"/>
              </a:rPr>
              <a:t>(2) A(a)                         (1)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ES</a:t>
            </a:r>
            <a:endParaRPr lang="en-US" altLang="zh-CN" dirty="0">
              <a:latin typeface="+mj-lt"/>
              <a:cs typeface="Times New Roman" pitchFamily="18" charset="0"/>
              <a:sym typeface="Symbol"/>
            </a:endParaRPr>
          </a:p>
          <a:p>
            <a:pPr>
              <a:defRPr/>
            </a:pPr>
            <a:r>
              <a:rPr lang="en-US" altLang="zh-CN" dirty="0">
                <a:latin typeface="+mj-lt"/>
                <a:cs typeface="Times New Roman" pitchFamily="18" charset="0"/>
                <a:sym typeface="Symbol"/>
              </a:rPr>
              <a:t>(3)</a:t>
            </a:r>
            <a:r>
              <a:rPr lang="zh-CN" altLang="en-US" dirty="0">
                <a:latin typeface="+mj-lt"/>
                <a:sym typeface="Symbol"/>
              </a:rPr>
              <a:t> </a:t>
            </a:r>
            <a:r>
              <a:rPr lang="en-US" altLang="zh-CN" dirty="0">
                <a:latin typeface="+mj-lt"/>
                <a:sym typeface="Symbol"/>
              </a:rPr>
              <a:t>x(A(x)B(x))        </a:t>
            </a:r>
            <a:r>
              <a:rPr lang="zh-CN" altLang="en-US" dirty="0">
                <a:latin typeface="Times New Roman" panose="02020603050405020304" pitchFamily="18" charset="0"/>
              </a:rPr>
              <a:t>前提引入</a:t>
            </a:r>
            <a:endParaRPr lang="en-US" altLang="zh-CN" dirty="0">
              <a:latin typeface="+mj-lt"/>
              <a:sym typeface="Symbol"/>
            </a:endParaRPr>
          </a:p>
          <a:p>
            <a:pPr>
              <a:defRPr/>
            </a:pPr>
            <a:r>
              <a:rPr lang="en-US" altLang="zh-CN" dirty="0">
                <a:latin typeface="+mj-lt"/>
                <a:cs typeface="Times New Roman" pitchFamily="18" charset="0"/>
                <a:sym typeface="Symbol"/>
              </a:rPr>
              <a:t>(4)</a:t>
            </a:r>
            <a:r>
              <a:rPr lang="en-US" altLang="zh-CN" dirty="0">
                <a:latin typeface="+mj-lt"/>
                <a:sym typeface="Symbol"/>
              </a:rPr>
              <a:t> A(a)B(a)</a:t>
            </a:r>
            <a:r>
              <a:rPr lang="en-US" altLang="zh-CN" dirty="0">
                <a:latin typeface="+mj-lt"/>
                <a:cs typeface="Times New Roman" pitchFamily="18" charset="0"/>
                <a:sym typeface="Symbol"/>
              </a:rPr>
              <a:t>               </a:t>
            </a:r>
            <a:r>
              <a:rPr lang="en-US" altLang="zh-CN" dirty="0">
                <a:cs typeface="Times New Roman" pitchFamily="18" charset="0"/>
                <a:sym typeface="Symbol"/>
              </a:rPr>
              <a:t>(3)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US</a:t>
            </a:r>
            <a:endParaRPr lang="en-US" altLang="zh-CN" dirty="0">
              <a:latin typeface="+mj-lt"/>
              <a:cs typeface="Times New Roman" pitchFamily="18" charset="0"/>
              <a:sym typeface="Symbol"/>
            </a:endParaRPr>
          </a:p>
          <a:p>
            <a:pPr>
              <a:defRPr/>
            </a:pPr>
            <a:r>
              <a:rPr lang="en-US" altLang="zh-CN" dirty="0">
                <a:latin typeface="+mj-lt"/>
                <a:cs typeface="Times New Roman" pitchFamily="18" charset="0"/>
                <a:sym typeface="Symbol"/>
              </a:rPr>
              <a:t>(5)</a:t>
            </a:r>
            <a:r>
              <a:rPr lang="en-US" altLang="zh-CN" dirty="0">
                <a:latin typeface="+mj-lt"/>
                <a:sym typeface="Symbol"/>
              </a:rPr>
              <a:t> B(a)                         (2)(4)</a:t>
            </a:r>
            <a:r>
              <a:rPr lang="zh-CN" altLang="en-US" dirty="0">
                <a:latin typeface="+mj-lt"/>
                <a:sym typeface="Symbol"/>
              </a:rPr>
              <a:t>假言推理</a:t>
            </a:r>
            <a:endParaRPr lang="en-US" altLang="zh-CN" dirty="0">
              <a:latin typeface="+mj-lt"/>
              <a:sym typeface="Symbol"/>
            </a:endParaRPr>
          </a:p>
          <a:p>
            <a:pPr>
              <a:defRPr/>
            </a:pPr>
            <a:r>
              <a:rPr lang="en-US" altLang="zh-CN" dirty="0">
                <a:latin typeface="+mj-lt"/>
                <a:cs typeface="Times New Roman" pitchFamily="18" charset="0"/>
                <a:sym typeface="Symbol"/>
              </a:rPr>
              <a:t>(6)</a:t>
            </a:r>
            <a:r>
              <a:rPr lang="zh-CN" altLang="en-US" dirty="0">
                <a:latin typeface="+mj-lt"/>
                <a:sym typeface="Symbol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lang="en-US" altLang="zh-CN" dirty="0">
                <a:latin typeface="+mj-lt"/>
                <a:cs typeface="Times New Roman" pitchFamily="18" charset="0"/>
                <a:sym typeface="Symbol"/>
              </a:rPr>
              <a:t>x(B(x))                   (5)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EG</a:t>
            </a:r>
            <a:endParaRPr lang="en-US" altLang="zh-CN" dirty="0">
              <a:solidFill>
                <a:srgbClr val="FF0000"/>
              </a:solidFill>
              <a:latin typeface="+mj-lt"/>
              <a:sym typeface="Symbol"/>
            </a:endParaRPr>
          </a:p>
          <a:p>
            <a:pPr>
              <a:defRPr/>
            </a:pPr>
            <a:endParaRPr lang="zh-CN" altLang="en-US" dirty="0">
              <a:latin typeface="+mj-lt"/>
              <a:cs typeface="Times New Roman" pitchFamily="18" charset="0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FAB382FE-9217-4E27-8335-FF75548131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7386" y="1430334"/>
            <a:ext cx="5918861" cy="417513"/>
          </a:xfrm>
          <a:prstGeom prst="rect">
            <a:avLst/>
          </a:prstGeom>
        </p:spPr>
      </p:pic>
      <p:sp>
        <p:nvSpPr>
          <p:cNvPr id="9" name="Rectangle 7">
            <a:extLst>
              <a:ext uri="{FF2B5EF4-FFF2-40B4-BE49-F238E27FC236}">
                <a16:creationId xmlns:a16="http://schemas.microsoft.com/office/drawing/2014/main" id="{93FB898C-BD2F-4D11-8AF0-A308867752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6857" y="2151658"/>
            <a:ext cx="1171575" cy="579438"/>
          </a:xfrm>
          <a:prstGeom prst="rect">
            <a:avLst/>
          </a:prstGeom>
          <a:gradFill rotWithShape="0">
            <a:gsLst>
              <a:gs pos="0">
                <a:schemeClr val="hlink"/>
              </a:gs>
              <a:gs pos="100000">
                <a:schemeClr val="hlink">
                  <a:gamma/>
                  <a:shade val="46275"/>
                  <a:invGamma/>
                </a:scheme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 eaLnBrk="1" hangingPunct="1">
              <a:defRPr/>
            </a:pPr>
            <a:r>
              <a:rPr kumimoji="1" lang="zh-CN" altLang="en-US" sz="3200" b="1" dirty="0">
                <a:solidFill>
                  <a:schemeClr val="bg1"/>
                </a:solidFill>
                <a:latin typeface="Times New Roman" pitchFamily="18" charset="0"/>
              </a:rPr>
              <a:t>证明</a:t>
            </a:r>
          </a:p>
        </p:txBody>
      </p:sp>
    </p:spTree>
    <p:extLst>
      <p:ext uri="{BB962C8B-B14F-4D97-AF65-F5344CB8AC3E}">
        <p14:creationId xmlns:p14="http://schemas.microsoft.com/office/powerpoint/2010/main" val="1378235493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 animBg="1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Rectangle 2">
            <a:extLst>
              <a:ext uri="{FF2B5EF4-FFF2-40B4-BE49-F238E27FC236}">
                <a16:creationId xmlns:a16="http://schemas.microsoft.com/office/drawing/2014/main" id="{AB3A4DC6-D34F-4682-A327-B0C228CAE64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例</a:t>
            </a:r>
            <a:r>
              <a:rPr lang="en-US" altLang="zh-CN" dirty="0"/>
              <a:t>8</a:t>
            </a:r>
            <a:r>
              <a:rPr lang="zh-CN" altLang="en-US" dirty="0"/>
              <a:t>：判断下面推证是否正确</a:t>
            </a:r>
          </a:p>
        </p:txBody>
      </p:sp>
      <p:sp>
        <p:nvSpPr>
          <p:cNvPr id="15364" name="Rectangle 3">
            <a:extLst>
              <a:ext uri="{FF2B5EF4-FFF2-40B4-BE49-F238E27FC236}">
                <a16:creationId xmlns:a16="http://schemas.microsoft.com/office/drawing/2014/main" id="{22F88FF4-E265-41FC-BFA0-F38FD409B1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4050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30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742950" indent="-285750">
              <a:defRPr sz="30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marL="11430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marL="16002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marL="20574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graphicFrame>
        <p:nvGraphicFramePr>
          <p:cNvPr id="15366" name="Object 5">
            <a:extLst>
              <a:ext uri="{FF2B5EF4-FFF2-40B4-BE49-F238E27FC236}">
                <a16:creationId xmlns:a16="http://schemas.microsoft.com/office/drawing/2014/main" id="{A7B8B0A0-1DE1-4E89-AF1D-9F7C98081F7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24800303"/>
              </p:ext>
            </p:extLst>
          </p:nvPr>
        </p:nvGraphicFramePr>
        <p:xfrm>
          <a:off x="102139" y="972521"/>
          <a:ext cx="4338637" cy="5586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1587500" imgH="2044700" progId="Equation.3">
                  <p:embed/>
                </p:oleObj>
              </mc:Choice>
              <mc:Fallback>
                <p:oleObj name="公式" r:id="rId3" imgW="1587500" imgH="2044700" progId="Equation.3">
                  <p:embed/>
                  <p:pic>
                    <p:nvPicPr>
                      <p:cNvPr id="15366" name="Object 5">
                        <a:extLst>
                          <a:ext uri="{FF2B5EF4-FFF2-40B4-BE49-F238E27FC236}">
                            <a16:creationId xmlns:a16="http://schemas.microsoft.com/office/drawing/2014/main" id="{A7B8B0A0-1DE1-4E89-AF1D-9F7C98081F7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2139" y="972521"/>
                        <a:ext cx="4338637" cy="5586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98727" name="Oval 7">
            <a:extLst>
              <a:ext uri="{FF2B5EF4-FFF2-40B4-BE49-F238E27FC236}">
                <a16:creationId xmlns:a16="http://schemas.microsoft.com/office/drawing/2014/main" id="{9E6FDE42-A22D-48C4-A65C-AE70C8F744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060825"/>
            <a:ext cx="693738" cy="619125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0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742950" indent="-285750">
              <a:defRPr sz="30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marL="11430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marL="16002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marL="20574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5369" name="Line 9">
            <a:extLst>
              <a:ext uri="{FF2B5EF4-FFF2-40B4-BE49-F238E27FC236}">
                <a16:creationId xmlns:a16="http://schemas.microsoft.com/office/drawing/2014/main" id="{9B1F3E71-DA0A-4BB8-BBE2-262019026CAD}"/>
              </a:ext>
            </a:extLst>
          </p:cNvPr>
          <p:cNvSpPr>
            <a:spLocks noChangeShapeType="1"/>
          </p:cNvSpPr>
          <p:nvPr/>
        </p:nvSpPr>
        <p:spPr bwMode="auto">
          <a:xfrm>
            <a:off x="4376124" y="1196752"/>
            <a:ext cx="13314" cy="566124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FA9A79B-DCBA-4287-A369-77C3C578E0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58242" y="1655146"/>
            <a:ext cx="2411412" cy="1166812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defRPr sz="30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742950" indent="-285750">
              <a:defRPr sz="30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marL="11430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marL="16002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marL="20574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dirty="0">
                <a:solidFill>
                  <a:srgbClr val="FF0000"/>
                </a:solidFill>
              </a:rPr>
              <a:t>         </a:t>
            </a:r>
            <a:r>
              <a:rPr lang="en-US" altLang="zh-CN" b="1" dirty="0">
                <a:solidFill>
                  <a:srgbClr val="FF0000"/>
                </a:solidFill>
              </a:rPr>
              <a:t>A</a:t>
            </a:r>
            <a:r>
              <a:rPr lang="en-US" altLang="zh-CN" b="1" dirty="0">
                <a:solidFill>
                  <a:srgbClr val="FF0000"/>
                </a:solidFill>
                <a:sym typeface="Symbol" panose="05050102010706020507" pitchFamily="18" charset="2"/>
              </a:rPr>
              <a:t>B</a:t>
            </a:r>
          </a:p>
          <a:p>
            <a:r>
              <a:rPr lang="en-US" altLang="zh-CN" b="1" dirty="0">
                <a:solidFill>
                  <a:srgbClr val="FF0000"/>
                </a:solidFill>
                <a:sym typeface="Symbol" panose="05050102010706020507" pitchFamily="18" charset="2"/>
              </a:rPr>
              <a:t> B A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graphicFrame>
        <p:nvGraphicFramePr>
          <p:cNvPr id="798730" name="Object 10">
            <a:extLst>
              <a:ext uri="{FF2B5EF4-FFF2-40B4-BE49-F238E27FC236}">
                <a16:creationId xmlns:a16="http://schemas.microsoft.com/office/drawing/2014/main" id="{0926F077-670D-40E3-99AB-9E7A22689E2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41973293"/>
              </p:ext>
            </p:extLst>
          </p:nvPr>
        </p:nvGraphicFramePr>
        <p:xfrm>
          <a:off x="4661694" y="3026569"/>
          <a:ext cx="3752850" cy="1298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1174614" imgH="400050" progId="Equation.3">
                  <p:embed/>
                </p:oleObj>
              </mc:Choice>
              <mc:Fallback>
                <p:oleObj name="公式" r:id="rId5" imgW="1174614" imgH="400050" progId="Equation.3">
                  <p:embed/>
                  <p:pic>
                    <p:nvPicPr>
                      <p:cNvPr id="798730" name="Object 10">
                        <a:extLst>
                          <a:ext uri="{FF2B5EF4-FFF2-40B4-BE49-F238E27FC236}">
                            <a16:creationId xmlns:a16="http://schemas.microsoft.com/office/drawing/2014/main" id="{0926F077-670D-40E3-99AB-9E7A22689E2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61694" y="3026569"/>
                        <a:ext cx="3752850" cy="1298575"/>
                      </a:xfrm>
                      <a:prstGeom prst="rect">
                        <a:avLst/>
                      </a:prstGeom>
                      <a:solidFill>
                        <a:srgbClr val="ADE2A1"/>
                      </a:soli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0">
            <a:extLst>
              <a:ext uri="{FF2B5EF4-FFF2-40B4-BE49-F238E27FC236}">
                <a16:creationId xmlns:a16="http://schemas.microsoft.com/office/drawing/2014/main" id="{64C7D56F-269B-4C1F-9AB7-C417909D9BA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95936641"/>
              </p:ext>
            </p:extLst>
          </p:nvPr>
        </p:nvGraphicFramePr>
        <p:xfrm>
          <a:off x="4668687" y="4529755"/>
          <a:ext cx="4103688" cy="1200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7" imgW="1403461" imgH="400050" progId="Equation.3">
                  <p:embed/>
                </p:oleObj>
              </mc:Choice>
              <mc:Fallback>
                <p:oleObj name="公式" r:id="rId7" imgW="1403461" imgH="400050" progId="Equation.3">
                  <p:embed/>
                  <p:pic>
                    <p:nvPicPr>
                      <p:cNvPr id="13" name="Object 10">
                        <a:extLst>
                          <a:ext uri="{FF2B5EF4-FFF2-40B4-BE49-F238E27FC236}">
                            <a16:creationId xmlns:a16="http://schemas.microsoft.com/office/drawing/2014/main" id="{64C7D56F-269B-4C1F-9AB7-C417909D9BA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68687" y="4529755"/>
                        <a:ext cx="4103688" cy="1200150"/>
                      </a:xfrm>
                      <a:prstGeom prst="rect">
                        <a:avLst/>
                      </a:prstGeom>
                      <a:solidFill>
                        <a:srgbClr val="ADE2A1"/>
                      </a:soli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矩形 21">
            <a:extLst>
              <a:ext uri="{FF2B5EF4-FFF2-40B4-BE49-F238E27FC236}">
                <a16:creationId xmlns:a16="http://schemas.microsoft.com/office/drawing/2014/main" id="{E4CCDEA9-2996-4322-BABD-62355425D6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0776" y="6107544"/>
            <a:ext cx="4653384" cy="461665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wrap="square">
            <a:spAutoFit/>
          </a:bodyPr>
          <a:lstStyle>
            <a:lvl1pPr marL="342900" indent="-342900"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i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)</a:t>
            </a:r>
            <a:r>
              <a:rPr lang="en-US" altLang="zh-CN" i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))</a:t>
            </a:r>
            <a:r>
              <a:rPr lang="en-US" altLang="zh-CN" i="1" dirty="0" err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xA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)</a:t>
            </a:r>
            <a:r>
              <a:rPr lang="en-US" altLang="zh-CN" i="1" dirty="0" err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xB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  <a:endParaRPr lang="en-US" altLang="zh-CN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3000"/>
                                        <p:tgtEl>
                                          <p:spTgt spid="7987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3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8727" grpId="0" animBg="1"/>
      <p:bldP spid="11" grpId="0" animBg="1"/>
      <p:bldP spid="14" grpId="0" animBg="1"/>
    </p:bldLst>
  </p:timing>
</p:sld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2038</Words>
  <Application>Microsoft Office PowerPoint</Application>
  <PresentationFormat>全屏显示(4:3)</PresentationFormat>
  <Paragraphs>171</Paragraphs>
  <Slides>14</Slides>
  <Notes>12</Notes>
  <HiddenSlides>0</HiddenSlides>
  <MMClips>0</MMClips>
  <ScaleCrop>false</ScaleCrop>
  <HeadingPairs>
    <vt:vector size="8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2" baseType="lpstr">
      <vt:lpstr>Arial</vt:lpstr>
      <vt:lpstr>Arial Narrow</vt:lpstr>
      <vt:lpstr>Palace Script MT</vt:lpstr>
      <vt:lpstr>Times New Roman</vt:lpstr>
      <vt:lpstr>Verdana</vt:lpstr>
      <vt:lpstr>Wingdings</vt:lpstr>
      <vt:lpstr>默认设计模板</vt:lpstr>
      <vt:lpstr>公式</vt:lpstr>
      <vt:lpstr>第五章 习题</vt:lpstr>
      <vt:lpstr>基本要求</vt:lpstr>
      <vt:lpstr>练习1</vt:lpstr>
      <vt:lpstr>练习2</vt:lpstr>
      <vt:lpstr>练习3</vt:lpstr>
      <vt:lpstr>练习4</vt:lpstr>
      <vt:lpstr>练习4(续)</vt:lpstr>
      <vt:lpstr>练习5</vt:lpstr>
      <vt:lpstr>练习5(续)</vt:lpstr>
      <vt:lpstr>练习5（续）</vt:lpstr>
      <vt:lpstr>练习6 判断下列证明中是否有错误？</vt:lpstr>
      <vt:lpstr>练习6（续）</vt:lpstr>
      <vt:lpstr>练习7</vt:lpstr>
      <vt:lpstr>例8：判断下面推证是否正确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Amy</dc:creator>
  <cp:lastModifiedBy>zhenyanliu@bit.edu.cn</cp:lastModifiedBy>
  <cp:revision>448</cp:revision>
  <dcterms:created xsi:type="dcterms:W3CDTF">2007-11-19T20:33:53Z</dcterms:created>
  <dcterms:modified xsi:type="dcterms:W3CDTF">2022-10-03T22:42:11Z</dcterms:modified>
</cp:coreProperties>
</file>